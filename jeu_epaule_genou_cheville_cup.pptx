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76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269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2026920" y="0"/>
            <a:ext cx="2026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4053840" y="0"/>
            <a:ext cx="202692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6080760" y="0"/>
            <a:ext cx="202692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8107680" y="0"/>
            <a:ext cx="2026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10134600" y="0"/>
            <a:ext cx="2026920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0" y="201168"/>
            <a:ext cx="12161520" cy="8229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201168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600" b="1" kern="0" spc="2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EPAULE  –  GENOU  –  </a:t>
            </a:r>
            <a:r>
              <a:rPr lang="en-US" sz="2600" b="1" kern="0" spc="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CHEVILLE</a:t>
            </a:r>
            <a:r>
              <a:rPr lang="fr-FR" sz="2600" b="1" kern="0" spc="200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r>
              <a:rPr lang="fr-FR" sz="2600" b="1" kern="0" spc="2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 CUP</a:t>
            </a:r>
            <a:endParaRPr lang="fr-FR" sz="260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743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92640" y="201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i="1" noProof="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direction d'un arbitre</a:t>
            </a:r>
            <a:endParaRPr lang="fr-FR" sz="1100" noProof="0" dirty="0"/>
          </a:p>
        </p:txBody>
      </p:sp>
      <p:sp>
        <p:nvSpPr>
          <p:cNvPr id="12" name="Shape 9"/>
          <p:cNvSpPr/>
          <p:nvPr/>
        </p:nvSpPr>
        <p:spPr>
          <a:xfrm>
            <a:off x="274320" y="2773992"/>
            <a:ext cx="1188720" cy="1463040"/>
          </a:xfrm>
          <a:prstGeom prst="rect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228600" y="2728272"/>
            <a:ext cx="11887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73992"/>
            <a:ext cx="1097280" cy="10972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572768" y="2773992"/>
            <a:ext cx="1188720" cy="1463040"/>
          </a:xfrm>
          <a:prstGeom prst="rect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1527048" y="2728272"/>
            <a:ext cx="11887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2773992"/>
            <a:ext cx="1097280" cy="10972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871216" y="2773992"/>
            <a:ext cx="1188720" cy="146304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4"/>
          <p:cNvSpPr/>
          <p:nvPr/>
        </p:nvSpPr>
        <p:spPr>
          <a:xfrm>
            <a:off x="2825496" y="2728272"/>
            <a:ext cx="11887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5"/>
          <p:cNvSpPr/>
          <p:nvPr/>
        </p:nvSpPr>
        <p:spPr>
          <a:xfrm>
            <a:off x="4169664" y="2773992"/>
            <a:ext cx="1188720" cy="146304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6"/>
          <p:cNvSpPr/>
          <p:nvPr/>
        </p:nvSpPr>
        <p:spPr>
          <a:xfrm>
            <a:off x="4123944" y="2728272"/>
            <a:ext cx="11887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2773992"/>
            <a:ext cx="1097280" cy="10972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28600" y="4301040"/>
            <a:ext cx="508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5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Touchez la partie du corps annoncée par l'arbitre — le dernier a réagir est éliminé !</a:t>
            </a:r>
            <a:endParaRPr lang="fr-FR" sz="1050" noProof="0" dirty="0"/>
          </a:p>
        </p:txBody>
      </p:sp>
      <p:sp>
        <p:nvSpPr>
          <p:cNvPr id="25" name="Shape 18"/>
          <p:cNvSpPr/>
          <p:nvPr/>
        </p:nvSpPr>
        <p:spPr>
          <a:xfrm>
            <a:off x="5559552" y="1115568"/>
            <a:ext cx="3931920" cy="43891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1161288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62472" y="11155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b="1" kern="0" spc="1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DEROULEMENT DU JEU</a:t>
            </a:r>
            <a:endParaRPr lang="fr-FR" sz="1400" noProof="0" dirty="0"/>
          </a:p>
        </p:txBody>
      </p:sp>
      <p:sp>
        <p:nvSpPr>
          <p:cNvPr id="28" name="Shape 20"/>
          <p:cNvSpPr/>
          <p:nvPr/>
        </p:nvSpPr>
        <p:spPr>
          <a:xfrm>
            <a:off x="5614416" y="1746504"/>
            <a:ext cx="3931920" cy="1078992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1"/>
          <p:cNvSpPr/>
          <p:nvPr/>
        </p:nvSpPr>
        <p:spPr>
          <a:xfrm>
            <a:off x="5559552" y="1691640"/>
            <a:ext cx="393192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2"/>
          <p:cNvSpPr/>
          <p:nvPr/>
        </p:nvSpPr>
        <p:spPr>
          <a:xfrm>
            <a:off x="5559552" y="1691640"/>
            <a:ext cx="411480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3"/>
          <p:cNvSpPr/>
          <p:nvPr/>
        </p:nvSpPr>
        <p:spPr>
          <a:xfrm>
            <a:off x="5559552" y="1691640"/>
            <a:ext cx="411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2200" noProof="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1874520"/>
            <a:ext cx="566928" cy="56692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02552" y="1783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DESIGNATION</a:t>
            </a:r>
            <a:endParaRPr lang="fr-FR" sz="1300" noProof="0" dirty="0"/>
          </a:p>
        </p:txBody>
      </p:sp>
      <p:sp>
        <p:nvSpPr>
          <p:cNvPr id="34" name="Text 25"/>
          <p:cNvSpPr/>
          <p:nvPr/>
        </p:nvSpPr>
        <p:spPr>
          <a:xfrm>
            <a:off x="6702552" y="21671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désigne</a:t>
            </a:r>
            <a:endParaRPr lang="fr-FR" sz="1150" noProof="0" dirty="0"/>
          </a:p>
          <a:p>
            <a:pPr marL="0" indent="0" algn="l">
              <a:buNone/>
            </a:pPr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représentant</a:t>
            </a:r>
            <a:endParaRPr lang="fr-FR" sz="1150" noProof="0" dirty="0"/>
          </a:p>
        </p:txBody>
      </p:sp>
      <p:sp>
        <p:nvSpPr>
          <p:cNvPr id="35" name="Shape 26"/>
          <p:cNvSpPr/>
          <p:nvPr/>
        </p:nvSpPr>
        <p:spPr>
          <a:xfrm>
            <a:off x="5614416" y="2916936"/>
            <a:ext cx="3931920" cy="1078992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27"/>
          <p:cNvSpPr/>
          <p:nvPr/>
        </p:nvSpPr>
        <p:spPr>
          <a:xfrm>
            <a:off x="5559552" y="2862072"/>
            <a:ext cx="393192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28"/>
          <p:cNvSpPr/>
          <p:nvPr/>
        </p:nvSpPr>
        <p:spPr>
          <a:xfrm>
            <a:off x="5559552" y="2862072"/>
            <a:ext cx="411480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29"/>
          <p:cNvSpPr/>
          <p:nvPr/>
        </p:nvSpPr>
        <p:spPr>
          <a:xfrm>
            <a:off x="5559552" y="2862072"/>
            <a:ext cx="411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2200" noProof="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3044952"/>
            <a:ext cx="566928" cy="56692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702552" y="29535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FACE-A-FACE  x3</a:t>
            </a:r>
            <a:endParaRPr lang="fr-FR" sz="1300" noProof="0" dirty="0"/>
          </a:p>
        </p:txBody>
      </p:sp>
      <p:sp>
        <p:nvSpPr>
          <p:cNvPr id="41" name="Text 31"/>
          <p:cNvSpPr/>
          <p:nvPr/>
        </p:nvSpPr>
        <p:spPr>
          <a:xfrm>
            <a:off x="6702552" y="33375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fr-FR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 d'élimination</a:t>
            </a:r>
            <a:endParaRPr lang="fr-FR" sz="1150" noProof="0" dirty="0"/>
          </a:p>
          <a:p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dernier a réagir </a:t>
            </a:r>
            <a:r>
              <a:rPr lang="fr-FR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éliminé</a:t>
            </a:r>
            <a:endParaRPr lang="fr-FR" sz="1150" noProof="0" dirty="0"/>
          </a:p>
        </p:txBody>
      </p:sp>
      <p:sp>
        <p:nvSpPr>
          <p:cNvPr id="42" name="Shape 32"/>
          <p:cNvSpPr/>
          <p:nvPr/>
        </p:nvSpPr>
        <p:spPr>
          <a:xfrm>
            <a:off x="5614416" y="4087368"/>
            <a:ext cx="3931920" cy="107899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33"/>
          <p:cNvSpPr/>
          <p:nvPr/>
        </p:nvSpPr>
        <p:spPr>
          <a:xfrm>
            <a:off x="5559552" y="4032504"/>
            <a:ext cx="393192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34"/>
          <p:cNvSpPr/>
          <p:nvPr/>
        </p:nvSpPr>
        <p:spPr>
          <a:xfrm>
            <a:off x="5559552" y="4032504"/>
            <a:ext cx="411480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35"/>
          <p:cNvSpPr/>
          <p:nvPr/>
        </p:nvSpPr>
        <p:spPr>
          <a:xfrm>
            <a:off x="5559552" y="4032504"/>
            <a:ext cx="411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2200" noProof="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4215384"/>
            <a:ext cx="566928" cy="56692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02552" y="41239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ELIMINES  (x3)</a:t>
            </a:r>
            <a:endParaRPr lang="fr-FR" sz="1300" noProof="0" dirty="0"/>
          </a:p>
        </p:txBody>
      </p:sp>
      <p:sp>
        <p:nvSpPr>
          <p:cNvPr id="48" name="Text 37"/>
          <p:cNvSpPr/>
          <p:nvPr/>
        </p:nvSpPr>
        <p:spPr>
          <a:xfrm>
            <a:off x="6702552" y="4507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premiers éliminés</a:t>
            </a:r>
            <a:endParaRPr lang="fr-FR" sz="1150" noProof="0" dirty="0"/>
          </a:p>
          <a:p>
            <a:pPr marL="0" indent="0" algn="l">
              <a:buNone/>
            </a:pPr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reçoivent chacun  1 point</a:t>
            </a:r>
            <a:endParaRPr lang="fr-FR" sz="1150" noProof="0" dirty="0"/>
          </a:p>
        </p:txBody>
      </p:sp>
      <p:sp>
        <p:nvSpPr>
          <p:cNvPr id="49" name="Shape 38"/>
          <p:cNvSpPr/>
          <p:nvPr/>
        </p:nvSpPr>
        <p:spPr>
          <a:xfrm>
            <a:off x="5614416" y="5257800"/>
            <a:ext cx="3931920" cy="1078992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39"/>
          <p:cNvSpPr/>
          <p:nvPr/>
        </p:nvSpPr>
        <p:spPr>
          <a:xfrm>
            <a:off x="5559552" y="5202936"/>
            <a:ext cx="393192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Shape 40"/>
          <p:cNvSpPr/>
          <p:nvPr/>
        </p:nvSpPr>
        <p:spPr>
          <a:xfrm>
            <a:off x="5559552" y="5202936"/>
            <a:ext cx="411480" cy="1078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41"/>
          <p:cNvSpPr/>
          <p:nvPr/>
        </p:nvSpPr>
        <p:spPr>
          <a:xfrm>
            <a:off x="5559552" y="5202936"/>
            <a:ext cx="411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fr-FR" sz="2200" noProof="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5385816"/>
            <a:ext cx="566928" cy="56692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702552" y="52943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FINALE  (x3 restants)</a:t>
            </a:r>
            <a:endParaRPr lang="fr-FR" sz="1300" noProof="0" dirty="0"/>
          </a:p>
        </p:txBody>
      </p:sp>
      <p:sp>
        <p:nvSpPr>
          <p:cNvPr id="55" name="Text 43"/>
          <p:cNvSpPr/>
          <p:nvPr/>
        </p:nvSpPr>
        <p:spPr>
          <a:xfrm>
            <a:off x="6702552" y="56784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derniers s'affrontent</a:t>
            </a:r>
            <a:endParaRPr lang="fr-FR" sz="1150" noProof="0" dirty="0"/>
          </a:p>
          <a:p>
            <a:pPr marL="0" indent="0" algn="l">
              <a:buNone/>
            </a:pPr>
            <a:r>
              <a:rPr lang="fr-FR" sz="11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manche finale</a:t>
            </a:r>
            <a:endParaRPr lang="fr-FR" sz="1150" noProof="0" dirty="0"/>
          </a:p>
        </p:txBody>
      </p:sp>
      <p:sp>
        <p:nvSpPr>
          <p:cNvPr id="56" name="Shape 44"/>
          <p:cNvSpPr/>
          <p:nvPr/>
        </p:nvSpPr>
        <p:spPr>
          <a:xfrm>
            <a:off x="9674352" y="1115568"/>
            <a:ext cx="2304288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5792" y="1161288"/>
            <a:ext cx="320040" cy="32004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10177272" y="1115568"/>
            <a:ext cx="170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400" b="1" kern="0" spc="100" noProof="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BAREME DES POINTS</a:t>
            </a:r>
            <a:endParaRPr lang="fr-FR" sz="1400" noProof="0" dirty="0"/>
          </a:p>
        </p:txBody>
      </p:sp>
      <p:sp>
        <p:nvSpPr>
          <p:cNvPr id="59" name="Shape 46"/>
          <p:cNvSpPr/>
          <p:nvPr/>
        </p:nvSpPr>
        <p:spPr>
          <a:xfrm>
            <a:off x="9720072" y="1737360"/>
            <a:ext cx="2304288" cy="1463040"/>
          </a:xfrm>
          <a:prstGeom prst="rect">
            <a:avLst/>
          </a:prstGeom>
          <a:solidFill>
            <a:srgbClr val="6B7280">
              <a:alpha val="22000"/>
            </a:srgbClr>
          </a:solidFill>
          <a:ln w="12700">
            <a:solidFill>
              <a:srgbClr val="6B728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0" name="Shape 47"/>
          <p:cNvSpPr/>
          <p:nvPr/>
        </p:nvSpPr>
        <p:spPr>
          <a:xfrm>
            <a:off x="9674352" y="1691640"/>
            <a:ext cx="2304288" cy="1463040"/>
          </a:xfrm>
          <a:prstGeom prst="rect">
            <a:avLst/>
          </a:prstGeom>
          <a:solidFill>
            <a:srgbClr val="F9FAFB"/>
          </a:solidFill>
          <a:ln w="317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Shape 48"/>
          <p:cNvSpPr/>
          <p:nvPr/>
        </p:nvSpPr>
        <p:spPr>
          <a:xfrm>
            <a:off x="9674352" y="1691640"/>
            <a:ext cx="2304288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1728216"/>
            <a:ext cx="274320" cy="274320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10113264" y="16916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premiers éliminés</a:t>
            </a:r>
            <a:endParaRPr lang="fr-FR" sz="1050" noProof="0" dirty="0"/>
          </a:p>
        </p:txBody>
      </p:sp>
      <p:sp>
        <p:nvSpPr>
          <p:cNvPr id="64" name="Text 50"/>
          <p:cNvSpPr/>
          <p:nvPr/>
        </p:nvSpPr>
        <p:spPr>
          <a:xfrm>
            <a:off x="9674352" y="2039112"/>
            <a:ext cx="23042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fr-FR" sz="3200" b="1" noProof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pt</a:t>
            </a:r>
            <a:endParaRPr lang="fr-FR" sz="3200" noProof="0" dirty="0"/>
          </a:p>
        </p:txBody>
      </p:sp>
      <p:sp>
        <p:nvSpPr>
          <p:cNvPr id="65" name="Text 51"/>
          <p:cNvSpPr/>
          <p:nvPr/>
        </p:nvSpPr>
        <p:spPr>
          <a:xfrm>
            <a:off x="9674352" y="28620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</a:t>
            </a:r>
            <a:endParaRPr lang="fr-FR" sz="1000" noProof="0" dirty="0"/>
          </a:p>
        </p:txBody>
      </p:sp>
      <p:sp>
        <p:nvSpPr>
          <p:cNvPr id="66" name="Shape 52"/>
          <p:cNvSpPr/>
          <p:nvPr/>
        </p:nvSpPr>
        <p:spPr>
          <a:xfrm>
            <a:off x="9720072" y="3364992"/>
            <a:ext cx="2304288" cy="1463040"/>
          </a:xfrm>
          <a:prstGeom prst="rect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Shape 53"/>
          <p:cNvSpPr/>
          <p:nvPr/>
        </p:nvSpPr>
        <p:spPr>
          <a:xfrm>
            <a:off x="9674352" y="3319272"/>
            <a:ext cx="2304288" cy="1463040"/>
          </a:xfrm>
          <a:prstGeom prst="rect">
            <a:avLst/>
          </a:prstGeom>
          <a:solidFill>
            <a:srgbClr val="F0FDFA"/>
          </a:solidFill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Shape 54"/>
          <p:cNvSpPr/>
          <p:nvPr/>
        </p:nvSpPr>
        <p:spPr>
          <a:xfrm>
            <a:off x="9674352" y="3319272"/>
            <a:ext cx="2304288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9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3355848"/>
            <a:ext cx="274320" cy="274320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10113264" y="33192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et 3e de la finale</a:t>
            </a:r>
            <a:endParaRPr lang="fr-FR" sz="1050" noProof="0" dirty="0"/>
          </a:p>
        </p:txBody>
      </p:sp>
      <p:sp>
        <p:nvSpPr>
          <p:cNvPr id="71" name="Text 56"/>
          <p:cNvSpPr/>
          <p:nvPr/>
        </p:nvSpPr>
        <p:spPr>
          <a:xfrm>
            <a:off x="9674352" y="3666744"/>
            <a:ext cx="23042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pts</a:t>
            </a:r>
            <a:endParaRPr lang="fr-FR" sz="3200" noProof="0" dirty="0"/>
          </a:p>
        </p:txBody>
      </p:sp>
      <p:sp>
        <p:nvSpPr>
          <p:cNvPr id="72" name="Text 57"/>
          <p:cNvSpPr/>
          <p:nvPr/>
        </p:nvSpPr>
        <p:spPr>
          <a:xfrm>
            <a:off x="9674352" y="44897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</a:t>
            </a:r>
            <a:endParaRPr lang="fr-FR" sz="1000" noProof="0" dirty="0"/>
          </a:p>
        </p:txBody>
      </p:sp>
      <p:sp>
        <p:nvSpPr>
          <p:cNvPr id="73" name="Shape 58"/>
          <p:cNvSpPr/>
          <p:nvPr/>
        </p:nvSpPr>
        <p:spPr>
          <a:xfrm>
            <a:off x="9720072" y="4992624"/>
            <a:ext cx="2304288" cy="1463040"/>
          </a:xfrm>
          <a:prstGeom prst="rect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4" name="Shape 59"/>
          <p:cNvSpPr/>
          <p:nvPr/>
        </p:nvSpPr>
        <p:spPr>
          <a:xfrm>
            <a:off x="9674352" y="4946904"/>
            <a:ext cx="2304288" cy="1463040"/>
          </a:xfrm>
          <a:prstGeom prst="rect">
            <a:avLst/>
          </a:prstGeom>
          <a:solidFill>
            <a:srgbClr val="FFFBEB"/>
          </a:solidFill>
          <a:ln w="317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Shape 60"/>
          <p:cNvSpPr/>
          <p:nvPr/>
        </p:nvSpPr>
        <p:spPr>
          <a:xfrm>
            <a:off x="9674352" y="4946904"/>
            <a:ext cx="2304288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6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5792" y="4983480"/>
            <a:ext cx="274320" cy="274320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10113264" y="4946904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Vainqueur de la finale</a:t>
            </a:r>
            <a:endParaRPr lang="fr-FR" sz="1050" noProof="0" dirty="0"/>
          </a:p>
        </p:txBody>
      </p:sp>
      <p:sp>
        <p:nvSpPr>
          <p:cNvPr id="78" name="Text 62"/>
          <p:cNvSpPr/>
          <p:nvPr/>
        </p:nvSpPr>
        <p:spPr>
          <a:xfrm>
            <a:off x="9674352" y="5294376"/>
            <a:ext cx="23042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r>
              <a:rPr lang="fr-FR" sz="3800" b="1" noProof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pts</a:t>
            </a:r>
            <a:endParaRPr lang="fr-FR" sz="3800" noProof="0" dirty="0"/>
          </a:p>
        </p:txBody>
      </p:sp>
      <p:sp>
        <p:nvSpPr>
          <p:cNvPr id="79" name="Shape 63"/>
          <p:cNvSpPr/>
          <p:nvPr/>
        </p:nvSpPr>
        <p:spPr>
          <a:xfrm>
            <a:off x="0" y="6656832"/>
            <a:ext cx="20269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Shape 64"/>
          <p:cNvSpPr/>
          <p:nvPr/>
        </p:nvSpPr>
        <p:spPr>
          <a:xfrm>
            <a:off x="2026920" y="6656832"/>
            <a:ext cx="2026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1" name="Shape 65"/>
          <p:cNvSpPr/>
          <p:nvPr/>
        </p:nvSpPr>
        <p:spPr>
          <a:xfrm>
            <a:off x="4053840" y="6656832"/>
            <a:ext cx="202692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2" name="Shape 66"/>
          <p:cNvSpPr/>
          <p:nvPr/>
        </p:nvSpPr>
        <p:spPr>
          <a:xfrm>
            <a:off x="6080760" y="6656832"/>
            <a:ext cx="202692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3" name="Shape 67"/>
          <p:cNvSpPr/>
          <p:nvPr/>
        </p:nvSpPr>
        <p:spPr>
          <a:xfrm>
            <a:off x="8107680" y="6656832"/>
            <a:ext cx="2026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4" name="Shape 68"/>
          <p:cNvSpPr/>
          <p:nvPr/>
        </p:nvSpPr>
        <p:spPr>
          <a:xfrm>
            <a:off x="10134600" y="6656832"/>
            <a:ext cx="2026920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86" name="Image 3" descr="preencoded.png">
            <a:extLst>
              <a:ext uri="{FF2B5EF4-FFF2-40B4-BE49-F238E27FC236}">
                <a16:creationId xmlns:a16="http://schemas.microsoft.com/office/drawing/2014/main" id="{03133579-E06F-3458-4E30-024E868AB2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71216" y="2848636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101</Words>
  <Application>Microsoft Office PowerPoint</Application>
  <PresentationFormat>Grand écran</PresentationFormat>
  <Paragraphs>30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 Epaule Genou Main Cup</dc:title>
  <dc:subject>PptxGenJS Presentation</dc:subject>
  <dc:creator>PptxGenJS</dc:creator>
  <cp:lastModifiedBy>Mouhammad DIALLO</cp:lastModifiedBy>
  <cp:revision>3</cp:revision>
  <dcterms:created xsi:type="dcterms:W3CDTF">2026-03-14T01:35:16Z</dcterms:created>
  <dcterms:modified xsi:type="dcterms:W3CDTF">2026-03-14T02:03:02Z</dcterms:modified>
</cp:coreProperties>
</file>