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97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2692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2026920" y="0"/>
            <a:ext cx="202692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4053840" y="0"/>
            <a:ext cx="202692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6080760" y="0"/>
            <a:ext cx="202692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8107680" y="0"/>
            <a:ext cx="20269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10134600" y="0"/>
            <a:ext cx="2026920" cy="2011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0" y="201168"/>
            <a:ext cx="12161520" cy="7772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20116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800" b="1" kern="0" spc="2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JEU  GAUCHE – MILIEU – DROITE</a:t>
            </a:r>
            <a:endParaRPr lang="fr-FR" sz="28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0" y="201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50" i="1" noProof="0" dirty="0">
                <a:solidFill>
                  <a:srgbClr val="CC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joueurs / équipe  •  Départ : 40 pts  •  Arrêt a 4 joueurs restants</a:t>
            </a:r>
            <a:endParaRPr lang="fr-FR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228600" y="1143000"/>
            <a:ext cx="4114800" cy="42062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65760" y="11430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1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DU JEU</a:t>
            </a:r>
            <a:endParaRPr lang="fr-FR" sz="1500" noProof="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4114800" cy="1078992"/>
          </a:xfrm>
          <a:prstGeom prst="rect">
            <a:avLst/>
          </a:prstGeom>
          <a:solidFill>
            <a:srgbClr val="7B2FBE">
              <a:alpha val="18000"/>
            </a:srgbClr>
          </a:solidFill>
          <a:ln w="12700">
            <a:solidFill>
              <a:srgbClr val="7B2FB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228600" y="1691640"/>
            <a:ext cx="4114800" cy="1078992"/>
          </a:xfrm>
          <a:prstGeom prst="rect">
            <a:avLst/>
          </a:prstGeom>
          <a:solidFill>
            <a:srgbClr val="EDE9FE"/>
          </a:solidFill>
          <a:ln w="254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228600" y="1691640"/>
            <a:ext cx="402336" cy="10789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228600" y="1691640"/>
            <a:ext cx="402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fr-FR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731520" y="178308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en place</a:t>
            </a:r>
            <a:endParaRPr lang="fr-FR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731520" y="2121408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aligne ses 4 joueurs verticalement face a l'arbitre. Une ligne de limite est tracée a gauche et a droite de la file.</a:t>
            </a:r>
            <a:endParaRPr lang="fr-FR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2907792"/>
            <a:ext cx="4114800" cy="1078992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2862072"/>
            <a:ext cx="4114800" cy="1078992"/>
          </a:xfrm>
          <a:prstGeom prst="rect">
            <a:avLst/>
          </a:prstGeom>
          <a:solidFill>
            <a:srgbClr val="F0FDFA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228600" y="2862072"/>
            <a:ext cx="402336" cy="1078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228600" y="2862072"/>
            <a:ext cx="402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fr-FR" sz="2200" noProof="0" dirty="0"/>
          </a:p>
        </p:txBody>
      </p:sp>
      <p:sp>
        <p:nvSpPr>
          <p:cNvPr id="23" name="Text 21"/>
          <p:cNvSpPr/>
          <p:nvPr/>
        </p:nvSpPr>
        <p:spPr>
          <a:xfrm>
            <a:off x="731520" y="29535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instructions</a:t>
            </a:r>
            <a:endParaRPr lang="fr-FR" sz="1300" noProof="0" dirty="0"/>
          </a:p>
        </p:txBody>
      </p:sp>
      <p:sp>
        <p:nvSpPr>
          <p:cNvPr id="24" name="Text 22"/>
          <p:cNvSpPr/>
          <p:nvPr/>
        </p:nvSpPr>
        <p:spPr>
          <a:xfrm>
            <a:off x="731520" y="3291840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L'arbitre annonce : GAUCHE, MILIEU ou DROITE. Tous les joueurs sautent simultanément dans la direction indiquée.</a:t>
            </a:r>
            <a:endParaRPr lang="fr-FR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274320" y="4078224"/>
            <a:ext cx="4114800" cy="1078992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4"/>
          <p:cNvSpPr/>
          <p:nvPr/>
        </p:nvSpPr>
        <p:spPr>
          <a:xfrm>
            <a:off x="228600" y="4032504"/>
            <a:ext cx="4114800" cy="1078992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228600" y="4032504"/>
            <a:ext cx="402336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228600" y="4032504"/>
            <a:ext cx="402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fr-FR" sz="2200" noProof="0" dirty="0"/>
          </a:p>
        </p:txBody>
      </p:sp>
      <p:sp>
        <p:nvSpPr>
          <p:cNvPr id="29" name="Text 27"/>
          <p:cNvSpPr/>
          <p:nvPr/>
        </p:nvSpPr>
        <p:spPr>
          <a:xfrm>
            <a:off x="731520" y="412394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Elimination</a:t>
            </a:r>
            <a:endParaRPr lang="fr-FR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731520" y="4462272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joueur est éliminé s'il franchit la ligne de limite (gauche ou droite), s'il saute dans la mauvaise direction ou s'il ne saute pas assez vite.</a:t>
            </a:r>
            <a:endParaRPr lang="fr-FR" sz="1100" noProof="0" dirty="0"/>
          </a:p>
        </p:txBody>
      </p:sp>
      <p:sp>
        <p:nvSpPr>
          <p:cNvPr id="31" name="Shape 29"/>
          <p:cNvSpPr/>
          <p:nvPr/>
        </p:nvSpPr>
        <p:spPr>
          <a:xfrm>
            <a:off x="274320" y="5248656"/>
            <a:ext cx="4114800" cy="1078992"/>
          </a:xfrm>
          <a:prstGeom prst="rect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30"/>
          <p:cNvSpPr/>
          <p:nvPr/>
        </p:nvSpPr>
        <p:spPr>
          <a:xfrm>
            <a:off x="228600" y="5202936"/>
            <a:ext cx="4114800" cy="1078992"/>
          </a:xfrm>
          <a:prstGeom prst="rect">
            <a:avLst/>
          </a:prstGeom>
          <a:solidFill>
            <a:srgbClr val="FDF2F8"/>
          </a:solidFill>
          <a:ln w="254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228600" y="5202936"/>
            <a:ext cx="402336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/>
          <p:nvPr/>
        </p:nvSpPr>
        <p:spPr>
          <a:xfrm>
            <a:off x="228600" y="5202936"/>
            <a:ext cx="4023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fr-FR" sz="2200" noProof="0" dirty="0"/>
          </a:p>
        </p:txBody>
      </p:sp>
      <p:sp>
        <p:nvSpPr>
          <p:cNvPr id="35" name="Text 33"/>
          <p:cNvSpPr/>
          <p:nvPr/>
        </p:nvSpPr>
        <p:spPr>
          <a:xfrm>
            <a:off x="731520" y="529437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3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équipe</a:t>
            </a:r>
            <a:endParaRPr lang="fr-FR" sz="1300" noProof="0" dirty="0"/>
          </a:p>
        </p:txBody>
      </p:sp>
      <p:sp>
        <p:nvSpPr>
          <p:cNvPr id="36" name="Text 34"/>
          <p:cNvSpPr/>
          <p:nvPr/>
        </p:nvSpPr>
        <p:spPr>
          <a:xfrm>
            <a:off x="731520" y="5632704"/>
            <a:ext cx="3520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démarre avec 40 points. Chaque joueur éliminé retire 10 points a son équipe. Le jeu s'</a:t>
            </a:r>
            <a:r>
              <a:rPr lang="fr-FR" sz="1100" noProof="0" dirty="0" err="1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arrete</a:t>
            </a:r>
            <a:r>
              <a:rPr lang="fr-FR" sz="11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quand il ne reste que 4 joueurs en tout.</a:t>
            </a:r>
            <a:endParaRPr lang="fr-FR" sz="1100" noProof="0" dirty="0"/>
          </a:p>
        </p:txBody>
      </p:sp>
      <p:sp>
        <p:nvSpPr>
          <p:cNvPr id="37" name="Shape 35"/>
          <p:cNvSpPr/>
          <p:nvPr/>
        </p:nvSpPr>
        <p:spPr>
          <a:xfrm>
            <a:off x="4617720" y="1143000"/>
            <a:ext cx="4206240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4754880" y="11430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1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TERRAIN &amp; EXEMPLE</a:t>
            </a:r>
            <a:endParaRPr lang="fr-FR" sz="1500" noProof="0" dirty="0"/>
          </a:p>
        </p:txBody>
      </p:sp>
      <p:sp>
        <p:nvSpPr>
          <p:cNvPr id="39" name="Shape 37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8"/>
          <p:cNvSpPr/>
          <p:nvPr/>
        </p:nvSpPr>
        <p:spPr>
          <a:xfrm>
            <a:off x="4754880" y="1691640"/>
            <a:ext cx="1310640" cy="2926080"/>
          </a:xfrm>
          <a:prstGeom prst="rect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39"/>
          <p:cNvSpPr/>
          <p:nvPr/>
        </p:nvSpPr>
        <p:spPr>
          <a:xfrm>
            <a:off x="7376160" y="1691640"/>
            <a:ext cx="1310640" cy="2926080"/>
          </a:xfrm>
          <a:prstGeom prst="rect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40"/>
          <p:cNvSpPr/>
          <p:nvPr/>
        </p:nvSpPr>
        <p:spPr>
          <a:xfrm>
            <a:off x="4754880" y="173736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GAUCHE</a:t>
            </a:r>
            <a:endParaRPr lang="fr-FR" sz="1100" noProof="0" dirty="0"/>
          </a:p>
        </p:txBody>
      </p:sp>
      <p:sp>
        <p:nvSpPr>
          <p:cNvPr id="43" name="Text 41"/>
          <p:cNvSpPr/>
          <p:nvPr/>
        </p:nvSpPr>
        <p:spPr>
          <a:xfrm>
            <a:off x="6065520" y="173736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MILIEU</a:t>
            </a:r>
            <a:endParaRPr lang="fr-FR" sz="1100" noProof="0" dirty="0"/>
          </a:p>
        </p:txBody>
      </p:sp>
      <p:sp>
        <p:nvSpPr>
          <p:cNvPr id="44" name="Text 42"/>
          <p:cNvSpPr/>
          <p:nvPr/>
        </p:nvSpPr>
        <p:spPr>
          <a:xfrm>
            <a:off x="7376160" y="1737360"/>
            <a:ext cx="131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DROITE</a:t>
            </a:r>
            <a:endParaRPr lang="fr-FR" sz="1100" noProof="0" dirty="0"/>
          </a:p>
        </p:txBody>
      </p:sp>
      <p:sp>
        <p:nvSpPr>
          <p:cNvPr id="48" name="Text 46"/>
          <p:cNvSpPr/>
          <p:nvPr/>
        </p:nvSpPr>
        <p:spPr>
          <a:xfrm>
            <a:off x="7171944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75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fr-FR" sz="750" noProof="0" dirty="0"/>
          </a:p>
        </p:txBody>
      </p:sp>
      <p:sp>
        <p:nvSpPr>
          <p:cNvPr id="49" name="Shape 47"/>
          <p:cNvSpPr/>
          <p:nvPr/>
        </p:nvSpPr>
        <p:spPr>
          <a:xfrm>
            <a:off x="6065520" y="2011680"/>
            <a:ext cx="0" cy="2606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Shape 48"/>
          <p:cNvSpPr/>
          <p:nvPr/>
        </p:nvSpPr>
        <p:spPr>
          <a:xfrm>
            <a:off x="7376160" y="2011680"/>
            <a:ext cx="0" cy="260604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Shape 49"/>
          <p:cNvSpPr/>
          <p:nvPr/>
        </p:nvSpPr>
        <p:spPr>
          <a:xfrm>
            <a:off x="6519672" y="2212848"/>
            <a:ext cx="402336" cy="40233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/>
          <p:cNvSpPr/>
          <p:nvPr/>
        </p:nvSpPr>
        <p:spPr>
          <a:xfrm>
            <a:off x="6519672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fr-FR" sz="900" noProof="0" dirty="0"/>
          </a:p>
        </p:txBody>
      </p:sp>
      <p:sp>
        <p:nvSpPr>
          <p:cNvPr id="53" name="Text 51"/>
          <p:cNvSpPr/>
          <p:nvPr/>
        </p:nvSpPr>
        <p:spPr>
          <a:xfrm>
            <a:off x="6976872" y="22768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7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fr-FR" sz="700" noProof="0" dirty="0"/>
          </a:p>
        </p:txBody>
      </p:sp>
      <p:sp>
        <p:nvSpPr>
          <p:cNvPr id="54" name="Shape 52"/>
          <p:cNvSpPr/>
          <p:nvPr/>
        </p:nvSpPr>
        <p:spPr>
          <a:xfrm>
            <a:off x="6519672" y="2651760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Text 53"/>
          <p:cNvSpPr/>
          <p:nvPr/>
        </p:nvSpPr>
        <p:spPr>
          <a:xfrm>
            <a:off x="651967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fr-FR" sz="900" noProof="0" dirty="0"/>
          </a:p>
        </p:txBody>
      </p:sp>
      <p:sp>
        <p:nvSpPr>
          <p:cNvPr id="56" name="Text 54"/>
          <p:cNvSpPr/>
          <p:nvPr/>
        </p:nvSpPr>
        <p:spPr>
          <a:xfrm>
            <a:off x="6976872" y="27157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7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fr-FR" sz="700" noProof="0" dirty="0"/>
          </a:p>
        </p:txBody>
      </p:sp>
      <p:sp>
        <p:nvSpPr>
          <p:cNvPr id="57" name="Shape 55"/>
          <p:cNvSpPr/>
          <p:nvPr/>
        </p:nvSpPr>
        <p:spPr>
          <a:xfrm>
            <a:off x="6519672" y="3090672"/>
            <a:ext cx="402336" cy="402336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8" name="Text 56"/>
          <p:cNvSpPr/>
          <p:nvPr/>
        </p:nvSpPr>
        <p:spPr>
          <a:xfrm>
            <a:off x="6519672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fr-FR" sz="900" noProof="0" dirty="0"/>
          </a:p>
        </p:txBody>
      </p:sp>
      <p:sp>
        <p:nvSpPr>
          <p:cNvPr id="59" name="Text 57"/>
          <p:cNvSpPr/>
          <p:nvPr/>
        </p:nvSpPr>
        <p:spPr>
          <a:xfrm>
            <a:off x="6976872" y="31546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7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fr-FR" sz="700" noProof="0" dirty="0"/>
          </a:p>
        </p:txBody>
      </p:sp>
      <p:sp>
        <p:nvSpPr>
          <p:cNvPr id="60" name="Shape 58"/>
          <p:cNvSpPr/>
          <p:nvPr/>
        </p:nvSpPr>
        <p:spPr>
          <a:xfrm>
            <a:off x="6519672" y="3529584"/>
            <a:ext cx="402336" cy="40233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1" name="Text 59"/>
          <p:cNvSpPr/>
          <p:nvPr/>
        </p:nvSpPr>
        <p:spPr>
          <a:xfrm>
            <a:off x="6519672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fr-FR" sz="900" noProof="0" dirty="0"/>
          </a:p>
        </p:txBody>
      </p:sp>
      <p:sp>
        <p:nvSpPr>
          <p:cNvPr id="62" name="Text 60"/>
          <p:cNvSpPr/>
          <p:nvPr/>
        </p:nvSpPr>
        <p:spPr>
          <a:xfrm>
            <a:off x="6976872" y="3593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7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fr-FR" sz="700" noProof="0" dirty="0"/>
          </a:p>
        </p:txBody>
      </p:sp>
      <p:sp>
        <p:nvSpPr>
          <p:cNvPr id="63" name="Shape 61"/>
          <p:cNvSpPr/>
          <p:nvPr/>
        </p:nvSpPr>
        <p:spPr>
          <a:xfrm>
            <a:off x="6446520" y="4178808"/>
            <a:ext cx="548640" cy="36576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Text 62"/>
          <p:cNvSpPr/>
          <p:nvPr/>
        </p:nvSpPr>
        <p:spPr>
          <a:xfrm>
            <a:off x="6446520" y="4178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</a:t>
            </a:r>
            <a:endParaRPr lang="fr-FR" sz="750" noProof="0" dirty="0"/>
          </a:p>
        </p:txBody>
      </p:sp>
      <p:sp>
        <p:nvSpPr>
          <p:cNvPr id="65" name="Shape 63"/>
          <p:cNvSpPr/>
          <p:nvPr/>
        </p:nvSpPr>
        <p:spPr>
          <a:xfrm>
            <a:off x="4617720" y="4782312"/>
            <a:ext cx="4206240" cy="329184"/>
          </a:xfrm>
          <a:prstGeom prst="rect">
            <a:avLst/>
          </a:prstGeom>
          <a:solidFill>
            <a:srgbClr val="EEF2FF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6" name="Text 64"/>
          <p:cNvSpPr/>
          <p:nvPr/>
        </p:nvSpPr>
        <p:spPr>
          <a:xfrm>
            <a:off x="4709160" y="478231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de séquence d'instructions :</a:t>
            </a:r>
            <a:endParaRPr lang="fr-FR" sz="1100" noProof="0" dirty="0"/>
          </a:p>
        </p:txBody>
      </p:sp>
      <p:sp>
        <p:nvSpPr>
          <p:cNvPr id="67" name="Shape 65"/>
          <p:cNvSpPr/>
          <p:nvPr/>
        </p:nvSpPr>
        <p:spPr>
          <a:xfrm>
            <a:off x="4617720" y="5129784"/>
            <a:ext cx="713232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8" name="Text 66"/>
          <p:cNvSpPr/>
          <p:nvPr/>
        </p:nvSpPr>
        <p:spPr>
          <a:xfrm>
            <a:off x="4617720" y="51297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MILIEU</a:t>
            </a:r>
            <a:endParaRPr lang="fr-FR" sz="1000" noProof="0" dirty="0"/>
          </a:p>
        </p:txBody>
      </p:sp>
      <p:sp>
        <p:nvSpPr>
          <p:cNvPr id="69" name="Shape 67"/>
          <p:cNvSpPr/>
          <p:nvPr/>
        </p:nvSpPr>
        <p:spPr>
          <a:xfrm>
            <a:off x="5330952" y="5129784"/>
            <a:ext cx="34930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0" name="Text 68"/>
          <p:cNvSpPr/>
          <p:nvPr/>
        </p:nvSpPr>
        <p:spPr>
          <a:xfrm>
            <a:off x="5394960" y="512978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sautent sur place</a:t>
            </a:r>
            <a:endParaRPr lang="fr-FR" sz="1000" noProof="0" dirty="0"/>
          </a:p>
        </p:txBody>
      </p:sp>
      <p:sp>
        <p:nvSpPr>
          <p:cNvPr id="71" name="Shape 69"/>
          <p:cNvSpPr/>
          <p:nvPr/>
        </p:nvSpPr>
        <p:spPr>
          <a:xfrm>
            <a:off x="4617720" y="5422392"/>
            <a:ext cx="713232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2" name="Text 70"/>
          <p:cNvSpPr/>
          <p:nvPr/>
        </p:nvSpPr>
        <p:spPr>
          <a:xfrm>
            <a:off x="4617720" y="542239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GAUCHE</a:t>
            </a:r>
            <a:endParaRPr lang="fr-FR" sz="1000" noProof="0" dirty="0"/>
          </a:p>
        </p:txBody>
      </p:sp>
      <p:sp>
        <p:nvSpPr>
          <p:cNvPr id="73" name="Shape 71"/>
          <p:cNvSpPr/>
          <p:nvPr/>
        </p:nvSpPr>
        <p:spPr>
          <a:xfrm>
            <a:off x="5330952" y="5422392"/>
            <a:ext cx="3493008" cy="29260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4" name="Text 72"/>
          <p:cNvSpPr/>
          <p:nvPr/>
        </p:nvSpPr>
        <p:spPr>
          <a:xfrm>
            <a:off x="5394960" y="54223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sautent a gauche</a:t>
            </a:r>
            <a:endParaRPr lang="fr-FR" sz="1000" noProof="0" dirty="0"/>
          </a:p>
        </p:txBody>
      </p:sp>
      <p:sp>
        <p:nvSpPr>
          <p:cNvPr id="75" name="Shape 73"/>
          <p:cNvSpPr/>
          <p:nvPr/>
        </p:nvSpPr>
        <p:spPr>
          <a:xfrm>
            <a:off x="4617720" y="5715000"/>
            <a:ext cx="713232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6" name="Text 74"/>
          <p:cNvSpPr/>
          <p:nvPr/>
        </p:nvSpPr>
        <p:spPr>
          <a:xfrm>
            <a:off x="4617720" y="57150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GAUCHE</a:t>
            </a:r>
            <a:endParaRPr lang="fr-FR" sz="1000" noProof="0" dirty="0"/>
          </a:p>
        </p:txBody>
      </p:sp>
      <p:sp>
        <p:nvSpPr>
          <p:cNvPr id="77" name="Shape 75"/>
          <p:cNvSpPr/>
          <p:nvPr/>
        </p:nvSpPr>
        <p:spPr>
          <a:xfrm>
            <a:off x="5330952" y="5715000"/>
            <a:ext cx="3493008" cy="292608"/>
          </a:xfrm>
          <a:prstGeom prst="rect">
            <a:avLst/>
          </a:prstGeom>
          <a:solidFill>
            <a:srgbClr val="FE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8" name="Text 76"/>
          <p:cNvSpPr/>
          <p:nvPr/>
        </p:nvSpPr>
        <p:spPr>
          <a:xfrm>
            <a:off x="5394960" y="571500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franchit la limite — ELIMINE !</a:t>
            </a:r>
            <a:endParaRPr lang="fr-FR" sz="1000" noProof="0" dirty="0"/>
          </a:p>
        </p:txBody>
      </p:sp>
      <p:sp>
        <p:nvSpPr>
          <p:cNvPr id="79" name="Shape 77"/>
          <p:cNvSpPr/>
          <p:nvPr/>
        </p:nvSpPr>
        <p:spPr>
          <a:xfrm>
            <a:off x="4617720" y="6007608"/>
            <a:ext cx="713232" cy="2926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0" name="Text 78"/>
          <p:cNvSpPr/>
          <p:nvPr/>
        </p:nvSpPr>
        <p:spPr>
          <a:xfrm>
            <a:off x="4617720" y="600760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DROITE</a:t>
            </a:r>
            <a:endParaRPr lang="fr-FR" sz="1000" noProof="0" dirty="0"/>
          </a:p>
        </p:txBody>
      </p:sp>
      <p:sp>
        <p:nvSpPr>
          <p:cNvPr id="81" name="Shape 79"/>
          <p:cNvSpPr/>
          <p:nvPr/>
        </p:nvSpPr>
        <p:spPr>
          <a:xfrm>
            <a:off x="5330952" y="6007608"/>
            <a:ext cx="3493008" cy="292608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2" name="Text 80"/>
          <p:cNvSpPr/>
          <p:nvPr/>
        </p:nvSpPr>
        <p:spPr>
          <a:xfrm>
            <a:off x="5394960" y="600760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 vers la droite</a:t>
            </a:r>
            <a:endParaRPr lang="fr-FR" sz="1000" noProof="0" dirty="0"/>
          </a:p>
        </p:txBody>
      </p:sp>
      <p:sp>
        <p:nvSpPr>
          <p:cNvPr id="83" name="Shape 81"/>
          <p:cNvSpPr/>
          <p:nvPr/>
        </p:nvSpPr>
        <p:spPr>
          <a:xfrm>
            <a:off x="4617720" y="6300216"/>
            <a:ext cx="713232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4" name="Text 82"/>
          <p:cNvSpPr/>
          <p:nvPr/>
        </p:nvSpPr>
        <p:spPr>
          <a:xfrm>
            <a:off x="4617720" y="630021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MILIEU</a:t>
            </a:r>
            <a:endParaRPr lang="fr-FR" sz="1000" noProof="0" dirty="0"/>
          </a:p>
        </p:txBody>
      </p:sp>
      <p:sp>
        <p:nvSpPr>
          <p:cNvPr id="85" name="Shape 83"/>
          <p:cNvSpPr/>
          <p:nvPr/>
        </p:nvSpPr>
        <p:spPr>
          <a:xfrm>
            <a:off x="5330952" y="6300216"/>
            <a:ext cx="34930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6" name="Text 84"/>
          <p:cNvSpPr/>
          <p:nvPr/>
        </p:nvSpPr>
        <p:spPr>
          <a:xfrm>
            <a:off x="5394960" y="6300216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0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place</a:t>
            </a:r>
            <a:endParaRPr lang="fr-FR" sz="1000" noProof="0" dirty="0"/>
          </a:p>
        </p:txBody>
      </p:sp>
      <p:sp>
        <p:nvSpPr>
          <p:cNvPr id="87" name="Shape 85"/>
          <p:cNvSpPr/>
          <p:nvPr/>
        </p:nvSpPr>
        <p:spPr>
          <a:xfrm>
            <a:off x="9098280" y="1143000"/>
            <a:ext cx="2862072" cy="42062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8" name="Text 86"/>
          <p:cNvSpPr/>
          <p:nvPr/>
        </p:nvSpPr>
        <p:spPr>
          <a:xfrm>
            <a:off x="9235440" y="1143000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500" b="1" kern="0" spc="100" noProof="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&amp; FIN</a:t>
            </a:r>
            <a:endParaRPr lang="fr-FR" sz="1500" noProof="0" dirty="0"/>
          </a:p>
        </p:txBody>
      </p:sp>
      <p:sp>
        <p:nvSpPr>
          <p:cNvPr id="89" name="Shape 87"/>
          <p:cNvSpPr/>
          <p:nvPr/>
        </p:nvSpPr>
        <p:spPr>
          <a:xfrm>
            <a:off x="9098280" y="1691640"/>
            <a:ext cx="2862072" cy="329184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0" name="Text 88"/>
          <p:cNvSpPr/>
          <p:nvPr/>
        </p:nvSpPr>
        <p:spPr>
          <a:xfrm>
            <a:off x="9189720" y="169164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score</a:t>
            </a:r>
            <a:endParaRPr lang="fr-FR" sz="1200" noProof="0" dirty="0"/>
          </a:p>
        </p:txBody>
      </p:sp>
      <p:sp>
        <p:nvSpPr>
          <p:cNvPr id="91" name="Shape 89"/>
          <p:cNvSpPr/>
          <p:nvPr/>
        </p:nvSpPr>
        <p:spPr>
          <a:xfrm>
            <a:off x="9098280" y="2057400"/>
            <a:ext cx="1259312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2" name="Text 90"/>
          <p:cNvSpPr/>
          <p:nvPr/>
        </p:nvSpPr>
        <p:spPr>
          <a:xfrm>
            <a:off x="9098280" y="2057400"/>
            <a:ext cx="125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fr-FR" sz="1000" noProof="0" dirty="0"/>
          </a:p>
        </p:txBody>
      </p:sp>
      <p:sp>
        <p:nvSpPr>
          <p:cNvPr id="93" name="Shape 91"/>
          <p:cNvSpPr/>
          <p:nvPr/>
        </p:nvSpPr>
        <p:spPr>
          <a:xfrm>
            <a:off x="10357592" y="2057400"/>
            <a:ext cx="801380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4" name="Text 92"/>
          <p:cNvSpPr/>
          <p:nvPr/>
        </p:nvSpPr>
        <p:spPr>
          <a:xfrm>
            <a:off x="10357592" y="2057400"/>
            <a:ext cx="801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Elimines</a:t>
            </a:r>
            <a:endParaRPr lang="fr-FR" sz="1000" noProof="0" dirty="0"/>
          </a:p>
        </p:txBody>
      </p:sp>
      <p:sp>
        <p:nvSpPr>
          <p:cNvPr id="95" name="Shape 93"/>
          <p:cNvSpPr/>
          <p:nvPr/>
        </p:nvSpPr>
        <p:spPr>
          <a:xfrm>
            <a:off x="11158972" y="2057400"/>
            <a:ext cx="801380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6" name="Text 94"/>
          <p:cNvSpPr/>
          <p:nvPr/>
        </p:nvSpPr>
        <p:spPr>
          <a:xfrm>
            <a:off x="11158972" y="2057400"/>
            <a:ext cx="801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fr-FR" sz="1000" noProof="0" dirty="0"/>
          </a:p>
        </p:txBody>
      </p:sp>
      <p:sp>
        <p:nvSpPr>
          <p:cNvPr id="97" name="Shape 95"/>
          <p:cNvSpPr/>
          <p:nvPr/>
        </p:nvSpPr>
        <p:spPr>
          <a:xfrm>
            <a:off x="9098280" y="2368296"/>
            <a:ext cx="12593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8" name="Shape 96"/>
          <p:cNvSpPr/>
          <p:nvPr/>
        </p:nvSpPr>
        <p:spPr>
          <a:xfrm>
            <a:off x="9171432" y="2478024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9" name="Text 97"/>
          <p:cNvSpPr/>
          <p:nvPr/>
        </p:nvSpPr>
        <p:spPr>
          <a:xfrm>
            <a:off x="9418320" y="2368296"/>
            <a:ext cx="89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1</a:t>
            </a:r>
            <a:endParaRPr lang="fr-FR" sz="1100" noProof="0" dirty="0"/>
          </a:p>
        </p:txBody>
      </p:sp>
      <p:sp>
        <p:nvSpPr>
          <p:cNvPr id="100" name="Shape 98"/>
          <p:cNvSpPr/>
          <p:nvPr/>
        </p:nvSpPr>
        <p:spPr>
          <a:xfrm>
            <a:off x="10357592" y="2368296"/>
            <a:ext cx="8013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1" name="Text 99"/>
          <p:cNvSpPr/>
          <p:nvPr/>
        </p:nvSpPr>
        <p:spPr>
          <a:xfrm>
            <a:off x="10357592" y="2368296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(-10 pts)</a:t>
            </a:r>
            <a:endParaRPr lang="fr-FR" sz="1000" noProof="0" dirty="0"/>
          </a:p>
        </p:txBody>
      </p:sp>
      <p:sp>
        <p:nvSpPr>
          <p:cNvPr id="102" name="Shape 100"/>
          <p:cNvSpPr/>
          <p:nvPr/>
        </p:nvSpPr>
        <p:spPr>
          <a:xfrm>
            <a:off x="11158972" y="2368296"/>
            <a:ext cx="8013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3" name="Text 101"/>
          <p:cNvSpPr/>
          <p:nvPr/>
        </p:nvSpPr>
        <p:spPr>
          <a:xfrm>
            <a:off x="11158972" y="2368296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pts</a:t>
            </a:r>
            <a:endParaRPr lang="fr-FR" sz="1200" noProof="0" dirty="0"/>
          </a:p>
        </p:txBody>
      </p:sp>
      <p:sp>
        <p:nvSpPr>
          <p:cNvPr id="104" name="Shape 102"/>
          <p:cNvSpPr/>
          <p:nvPr/>
        </p:nvSpPr>
        <p:spPr>
          <a:xfrm>
            <a:off x="9098280" y="2770632"/>
            <a:ext cx="1259312" cy="402336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5" name="Shape 103"/>
          <p:cNvSpPr/>
          <p:nvPr/>
        </p:nvSpPr>
        <p:spPr>
          <a:xfrm>
            <a:off x="9171432" y="288036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6" name="Text 104"/>
          <p:cNvSpPr/>
          <p:nvPr/>
        </p:nvSpPr>
        <p:spPr>
          <a:xfrm>
            <a:off x="9418320" y="2770632"/>
            <a:ext cx="89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2</a:t>
            </a:r>
            <a:endParaRPr lang="fr-FR" sz="1100" noProof="0" dirty="0"/>
          </a:p>
        </p:txBody>
      </p:sp>
      <p:sp>
        <p:nvSpPr>
          <p:cNvPr id="107" name="Shape 105"/>
          <p:cNvSpPr/>
          <p:nvPr/>
        </p:nvSpPr>
        <p:spPr>
          <a:xfrm>
            <a:off x="10357592" y="2770632"/>
            <a:ext cx="801380" cy="402336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8" name="Text 106"/>
          <p:cNvSpPr/>
          <p:nvPr/>
        </p:nvSpPr>
        <p:spPr>
          <a:xfrm>
            <a:off x="10357592" y="2770632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(-0 pts)</a:t>
            </a:r>
            <a:endParaRPr lang="fr-FR" sz="1000" noProof="0" dirty="0"/>
          </a:p>
        </p:txBody>
      </p:sp>
      <p:sp>
        <p:nvSpPr>
          <p:cNvPr id="109" name="Shape 107"/>
          <p:cNvSpPr/>
          <p:nvPr/>
        </p:nvSpPr>
        <p:spPr>
          <a:xfrm>
            <a:off x="11158972" y="2770632"/>
            <a:ext cx="801380" cy="402336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0" name="Text 108"/>
          <p:cNvSpPr/>
          <p:nvPr/>
        </p:nvSpPr>
        <p:spPr>
          <a:xfrm>
            <a:off x="11158972" y="2770632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pts</a:t>
            </a:r>
            <a:endParaRPr lang="fr-FR" sz="1200" noProof="0" dirty="0"/>
          </a:p>
        </p:txBody>
      </p:sp>
      <p:sp>
        <p:nvSpPr>
          <p:cNvPr id="111" name="Shape 109"/>
          <p:cNvSpPr/>
          <p:nvPr/>
        </p:nvSpPr>
        <p:spPr>
          <a:xfrm>
            <a:off x="9098280" y="3172968"/>
            <a:ext cx="12593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2" name="Shape 110"/>
          <p:cNvSpPr/>
          <p:nvPr/>
        </p:nvSpPr>
        <p:spPr>
          <a:xfrm>
            <a:off x="9171432" y="3282696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3" name="Text 111"/>
          <p:cNvSpPr/>
          <p:nvPr/>
        </p:nvSpPr>
        <p:spPr>
          <a:xfrm>
            <a:off x="9418320" y="3172968"/>
            <a:ext cx="89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3</a:t>
            </a:r>
            <a:endParaRPr lang="fr-FR" sz="1100" noProof="0" dirty="0"/>
          </a:p>
        </p:txBody>
      </p:sp>
      <p:sp>
        <p:nvSpPr>
          <p:cNvPr id="114" name="Shape 112"/>
          <p:cNvSpPr/>
          <p:nvPr/>
        </p:nvSpPr>
        <p:spPr>
          <a:xfrm>
            <a:off x="10357592" y="3172968"/>
            <a:ext cx="8013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5" name="Text 113"/>
          <p:cNvSpPr/>
          <p:nvPr/>
        </p:nvSpPr>
        <p:spPr>
          <a:xfrm>
            <a:off x="10357592" y="3172968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(-30 pts)</a:t>
            </a:r>
            <a:endParaRPr lang="fr-FR" sz="1000" noProof="0" dirty="0"/>
          </a:p>
        </p:txBody>
      </p:sp>
      <p:sp>
        <p:nvSpPr>
          <p:cNvPr id="116" name="Shape 114"/>
          <p:cNvSpPr/>
          <p:nvPr/>
        </p:nvSpPr>
        <p:spPr>
          <a:xfrm>
            <a:off x="11158972" y="3172968"/>
            <a:ext cx="8013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7" name="Text 115"/>
          <p:cNvSpPr/>
          <p:nvPr/>
        </p:nvSpPr>
        <p:spPr>
          <a:xfrm>
            <a:off x="11158972" y="3172968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pts</a:t>
            </a:r>
            <a:endParaRPr lang="fr-FR" sz="1200" noProof="0" dirty="0"/>
          </a:p>
        </p:txBody>
      </p:sp>
      <p:sp>
        <p:nvSpPr>
          <p:cNvPr id="118" name="Shape 116"/>
          <p:cNvSpPr/>
          <p:nvPr/>
        </p:nvSpPr>
        <p:spPr>
          <a:xfrm>
            <a:off x="9098280" y="3575304"/>
            <a:ext cx="1259312" cy="402336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9" name="Shape 117"/>
          <p:cNvSpPr/>
          <p:nvPr/>
        </p:nvSpPr>
        <p:spPr>
          <a:xfrm>
            <a:off x="9171432" y="3685032"/>
            <a:ext cx="182880" cy="18288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0" name="Text 118"/>
          <p:cNvSpPr/>
          <p:nvPr/>
        </p:nvSpPr>
        <p:spPr>
          <a:xfrm>
            <a:off x="9418320" y="3575304"/>
            <a:ext cx="89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4</a:t>
            </a:r>
            <a:endParaRPr lang="fr-FR" sz="1100" noProof="0" dirty="0"/>
          </a:p>
        </p:txBody>
      </p:sp>
      <p:sp>
        <p:nvSpPr>
          <p:cNvPr id="121" name="Shape 119"/>
          <p:cNvSpPr/>
          <p:nvPr/>
        </p:nvSpPr>
        <p:spPr>
          <a:xfrm>
            <a:off x="10357592" y="3575304"/>
            <a:ext cx="801380" cy="402336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2" name="Text 120"/>
          <p:cNvSpPr/>
          <p:nvPr/>
        </p:nvSpPr>
        <p:spPr>
          <a:xfrm>
            <a:off x="10357592" y="3575304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(-20 pts)</a:t>
            </a:r>
            <a:endParaRPr lang="fr-FR" sz="1000" noProof="0" dirty="0"/>
          </a:p>
        </p:txBody>
      </p:sp>
      <p:sp>
        <p:nvSpPr>
          <p:cNvPr id="123" name="Shape 121"/>
          <p:cNvSpPr/>
          <p:nvPr/>
        </p:nvSpPr>
        <p:spPr>
          <a:xfrm>
            <a:off x="11158972" y="3575304"/>
            <a:ext cx="801380" cy="402336"/>
          </a:xfrm>
          <a:prstGeom prst="rect">
            <a:avLst/>
          </a:prstGeom>
          <a:solidFill>
            <a:srgbClr val="F8F8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4" name="Text 122"/>
          <p:cNvSpPr/>
          <p:nvPr/>
        </p:nvSpPr>
        <p:spPr>
          <a:xfrm>
            <a:off x="11158972" y="3575304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pts</a:t>
            </a:r>
            <a:endParaRPr lang="fr-FR" sz="1200" noProof="0" dirty="0"/>
          </a:p>
        </p:txBody>
      </p:sp>
      <p:sp>
        <p:nvSpPr>
          <p:cNvPr id="125" name="Shape 123"/>
          <p:cNvSpPr/>
          <p:nvPr/>
        </p:nvSpPr>
        <p:spPr>
          <a:xfrm>
            <a:off x="9098280" y="3977640"/>
            <a:ext cx="125931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6" name="Shape 124"/>
          <p:cNvSpPr/>
          <p:nvPr/>
        </p:nvSpPr>
        <p:spPr>
          <a:xfrm>
            <a:off x="9171432" y="408736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7" name="Text 125"/>
          <p:cNvSpPr/>
          <p:nvPr/>
        </p:nvSpPr>
        <p:spPr>
          <a:xfrm>
            <a:off x="9418320" y="3977640"/>
            <a:ext cx="89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5</a:t>
            </a:r>
            <a:endParaRPr lang="fr-FR" sz="1100" noProof="0" dirty="0"/>
          </a:p>
        </p:txBody>
      </p:sp>
      <p:sp>
        <p:nvSpPr>
          <p:cNvPr id="128" name="Shape 126"/>
          <p:cNvSpPr/>
          <p:nvPr/>
        </p:nvSpPr>
        <p:spPr>
          <a:xfrm>
            <a:off x="10357592" y="3977640"/>
            <a:ext cx="8013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9" name="Text 127"/>
          <p:cNvSpPr/>
          <p:nvPr/>
        </p:nvSpPr>
        <p:spPr>
          <a:xfrm>
            <a:off x="10357592" y="3977640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(-10 pts)</a:t>
            </a:r>
            <a:endParaRPr lang="fr-FR" sz="1000" noProof="0" dirty="0"/>
          </a:p>
        </p:txBody>
      </p:sp>
      <p:sp>
        <p:nvSpPr>
          <p:cNvPr id="130" name="Shape 128"/>
          <p:cNvSpPr/>
          <p:nvPr/>
        </p:nvSpPr>
        <p:spPr>
          <a:xfrm>
            <a:off x="11158972" y="3977640"/>
            <a:ext cx="8013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1" name="Text 129"/>
          <p:cNvSpPr/>
          <p:nvPr/>
        </p:nvSpPr>
        <p:spPr>
          <a:xfrm>
            <a:off x="11158972" y="3977640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pts</a:t>
            </a:r>
            <a:endParaRPr lang="fr-FR" sz="1200" noProof="0" dirty="0"/>
          </a:p>
        </p:txBody>
      </p:sp>
      <p:sp>
        <p:nvSpPr>
          <p:cNvPr id="132" name="Shape 130"/>
          <p:cNvSpPr/>
          <p:nvPr/>
        </p:nvSpPr>
        <p:spPr>
          <a:xfrm>
            <a:off x="9098280" y="4379976"/>
            <a:ext cx="1259312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3" name="Shape 131"/>
          <p:cNvSpPr/>
          <p:nvPr/>
        </p:nvSpPr>
        <p:spPr>
          <a:xfrm>
            <a:off x="9171432" y="4489704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4" name="Text 132"/>
          <p:cNvSpPr/>
          <p:nvPr/>
        </p:nvSpPr>
        <p:spPr>
          <a:xfrm>
            <a:off x="9418320" y="4379976"/>
            <a:ext cx="89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10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6</a:t>
            </a:r>
            <a:endParaRPr lang="fr-FR" sz="1100" noProof="0" dirty="0"/>
          </a:p>
        </p:txBody>
      </p:sp>
      <p:sp>
        <p:nvSpPr>
          <p:cNvPr id="135" name="Shape 133"/>
          <p:cNvSpPr/>
          <p:nvPr/>
        </p:nvSpPr>
        <p:spPr>
          <a:xfrm>
            <a:off x="10357592" y="4379976"/>
            <a:ext cx="801380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6" name="Text 134"/>
          <p:cNvSpPr/>
          <p:nvPr/>
        </p:nvSpPr>
        <p:spPr>
          <a:xfrm>
            <a:off x="10357592" y="4379976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(-40 pts)</a:t>
            </a:r>
            <a:endParaRPr lang="fr-FR" sz="1000" noProof="0" dirty="0"/>
          </a:p>
        </p:txBody>
      </p:sp>
      <p:sp>
        <p:nvSpPr>
          <p:cNvPr id="137" name="Shape 135"/>
          <p:cNvSpPr/>
          <p:nvPr/>
        </p:nvSpPr>
        <p:spPr>
          <a:xfrm>
            <a:off x="11158972" y="4379976"/>
            <a:ext cx="801380" cy="402336"/>
          </a:xfrm>
          <a:prstGeom prst="rect">
            <a:avLst/>
          </a:prstGeom>
          <a:solidFill>
            <a:srgbClr val="FEF2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8" name="Text 136"/>
          <p:cNvSpPr/>
          <p:nvPr/>
        </p:nvSpPr>
        <p:spPr>
          <a:xfrm>
            <a:off x="11158972" y="4379976"/>
            <a:ext cx="8013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pts</a:t>
            </a:r>
            <a:endParaRPr lang="fr-FR" sz="1200" noProof="0" dirty="0"/>
          </a:p>
        </p:txBody>
      </p:sp>
      <p:sp>
        <p:nvSpPr>
          <p:cNvPr id="139" name="Shape 137"/>
          <p:cNvSpPr/>
          <p:nvPr/>
        </p:nvSpPr>
        <p:spPr>
          <a:xfrm>
            <a:off x="9098280" y="4946904"/>
            <a:ext cx="2862072" cy="566928"/>
          </a:xfrm>
          <a:prstGeom prst="rect">
            <a:avLst/>
          </a:prstGeom>
          <a:solidFill>
            <a:srgbClr val="FFFBEB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0" name="Text 138"/>
          <p:cNvSpPr/>
          <p:nvPr/>
        </p:nvSpPr>
        <p:spPr>
          <a:xfrm>
            <a:off x="9208008" y="496519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 DE PARTIE</a:t>
            </a:r>
            <a:endParaRPr lang="fr-FR" sz="1200" noProof="0" dirty="0"/>
          </a:p>
        </p:txBody>
      </p:sp>
      <p:sp>
        <p:nvSpPr>
          <p:cNvPr id="141" name="Text 139"/>
          <p:cNvSpPr/>
          <p:nvPr/>
        </p:nvSpPr>
        <p:spPr>
          <a:xfrm>
            <a:off x="9208008" y="5202936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s'</a:t>
            </a:r>
            <a:r>
              <a:rPr lang="fr-FR" sz="1050" noProof="0" dirty="0" err="1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arrete</a:t>
            </a: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lorsque 4 joueurs restent en tout, toutes </a:t>
            </a:r>
            <a:r>
              <a:rPr lang="fr-FR" sz="1050" noProof="0" dirty="0" err="1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</a:t>
            </a:r>
            <a:r>
              <a:rPr lang="fr-FR" sz="1050" noProof="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confondues.</a:t>
            </a:r>
            <a:endParaRPr lang="fr-FR" sz="1050" noProof="0" dirty="0"/>
          </a:p>
        </p:txBody>
      </p:sp>
      <p:sp>
        <p:nvSpPr>
          <p:cNvPr id="142" name="Shape 140"/>
          <p:cNvSpPr/>
          <p:nvPr/>
        </p:nvSpPr>
        <p:spPr>
          <a:xfrm>
            <a:off x="9098280" y="5605272"/>
            <a:ext cx="2862072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3" name="Text 141"/>
          <p:cNvSpPr/>
          <p:nvPr/>
        </p:nvSpPr>
        <p:spPr>
          <a:xfrm>
            <a:off x="9208008" y="560527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 : </a:t>
            </a:r>
            <a:r>
              <a:rPr lang="fr-FR" sz="1050" b="1" noProof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Elimination : </a:t>
            </a:r>
            <a:r>
              <a:rPr lang="fr-FR" sz="105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 pts</a:t>
            </a:r>
            <a:r>
              <a:rPr lang="fr-FR" sz="10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Min possible : </a:t>
            </a:r>
            <a:r>
              <a:rPr lang="fr-FR" sz="105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pt</a:t>
            </a:r>
            <a:endParaRPr lang="fr-FR" sz="1050" noProof="0" dirty="0"/>
          </a:p>
        </p:txBody>
      </p:sp>
      <p:sp>
        <p:nvSpPr>
          <p:cNvPr id="144" name="Shape 142"/>
          <p:cNvSpPr/>
          <p:nvPr/>
        </p:nvSpPr>
        <p:spPr>
          <a:xfrm>
            <a:off x="0" y="6656832"/>
            <a:ext cx="202692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5" name="Shape 143"/>
          <p:cNvSpPr/>
          <p:nvPr/>
        </p:nvSpPr>
        <p:spPr>
          <a:xfrm>
            <a:off x="2026920" y="6656832"/>
            <a:ext cx="202692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6" name="Shape 144"/>
          <p:cNvSpPr/>
          <p:nvPr/>
        </p:nvSpPr>
        <p:spPr>
          <a:xfrm>
            <a:off x="4053840" y="6656832"/>
            <a:ext cx="202692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7" name="Shape 145"/>
          <p:cNvSpPr/>
          <p:nvPr/>
        </p:nvSpPr>
        <p:spPr>
          <a:xfrm>
            <a:off x="6080760" y="6656832"/>
            <a:ext cx="202692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8" name="Shape 146"/>
          <p:cNvSpPr/>
          <p:nvPr/>
        </p:nvSpPr>
        <p:spPr>
          <a:xfrm>
            <a:off x="8107680" y="6656832"/>
            <a:ext cx="20269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9" name="Shape 147"/>
          <p:cNvSpPr/>
          <p:nvPr/>
        </p:nvSpPr>
        <p:spPr>
          <a:xfrm>
            <a:off x="10134600" y="6656832"/>
            <a:ext cx="2026920" cy="2011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0" name="Shape 43">
            <a:extLst>
              <a:ext uri="{FF2B5EF4-FFF2-40B4-BE49-F238E27FC236}">
                <a16:creationId xmlns:a16="http://schemas.microsoft.com/office/drawing/2014/main" id="{A351ECAA-BD30-F2EE-369A-ED6E3DB7E841}"/>
              </a:ext>
            </a:extLst>
          </p:cNvPr>
          <p:cNvSpPr/>
          <p:nvPr/>
        </p:nvSpPr>
        <p:spPr>
          <a:xfrm>
            <a:off x="6053328" y="1673352"/>
            <a:ext cx="54864" cy="2926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1" name="Shape 43">
            <a:extLst>
              <a:ext uri="{FF2B5EF4-FFF2-40B4-BE49-F238E27FC236}">
                <a16:creationId xmlns:a16="http://schemas.microsoft.com/office/drawing/2014/main" id="{605BE5B4-6B30-9A12-F677-EBF6B0424FEA}"/>
              </a:ext>
            </a:extLst>
          </p:cNvPr>
          <p:cNvSpPr/>
          <p:nvPr/>
        </p:nvSpPr>
        <p:spPr>
          <a:xfrm>
            <a:off x="7367016" y="1691640"/>
            <a:ext cx="54864" cy="2926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2" name="Text 46">
            <a:extLst>
              <a:ext uri="{FF2B5EF4-FFF2-40B4-BE49-F238E27FC236}">
                <a16:creationId xmlns:a16="http://schemas.microsoft.com/office/drawing/2014/main" id="{D9603EE8-DBDD-559E-29F8-987EEDD4E007}"/>
              </a:ext>
            </a:extLst>
          </p:cNvPr>
          <p:cNvSpPr/>
          <p:nvPr/>
        </p:nvSpPr>
        <p:spPr>
          <a:xfrm>
            <a:off x="5446776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75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fr-FR" sz="7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289</Words>
  <Application>Microsoft Office PowerPoint</Application>
  <PresentationFormat>Grand écran</PresentationFormat>
  <Paragraphs>68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Jeu Gauche-Milieu-Droite</dc:title>
  <dc:subject>PptxGenJS Presentation</dc:subject>
  <dc:creator>PptxGenJS</dc:creator>
  <cp:lastModifiedBy>Mouhammad DIALLO</cp:lastModifiedBy>
  <cp:revision>2</cp:revision>
  <dcterms:created xsi:type="dcterms:W3CDTF">2026-03-14T02:18:48Z</dcterms:created>
  <dcterms:modified xsi:type="dcterms:W3CDTF">2026-03-14T02:24:35Z</dcterms:modified>
</cp:coreProperties>
</file>