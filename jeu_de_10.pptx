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-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60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2692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2026920" y="0"/>
            <a:ext cx="202692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4053840" y="0"/>
            <a:ext cx="202692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6080760" y="0"/>
            <a:ext cx="202692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8107680" y="0"/>
            <a:ext cx="20269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10134600" y="0"/>
            <a:ext cx="2026920" cy="2011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0" y="201168"/>
            <a:ext cx="12161520" cy="7772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2011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kern="0" spc="4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JEU DE 10</a:t>
            </a:r>
            <a:endParaRPr lang="fr-FR" sz="3000" noProof="0" dirty="0"/>
          </a:p>
        </p:txBody>
      </p:sp>
      <p:sp>
        <p:nvSpPr>
          <p:cNvPr id="10" name="Text 8"/>
          <p:cNvSpPr/>
          <p:nvPr/>
        </p:nvSpPr>
        <p:spPr>
          <a:xfrm>
            <a:off x="5943600" y="20116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i="1" noProof="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joueur par </a:t>
            </a:r>
            <a:r>
              <a:rPr lang="fr-FR" sz="1300" i="1" noProof="0" dirty="0" err="1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r>
              <a:rPr lang="fr-FR" sz="1300" i="1" noProof="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 tour de </a:t>
            </a:r>
            <a:r>
              <a:rPr lang="fr-FR" sz="1300" i="1" noProof="0" dirty="0" err="1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r>
              <a:rPr lang="fr-FR" sz="1300" i="1" noProof="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Note sur 24 points</a:t>
            </a:r>
            <a:endParaRPr lang="fr-FR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228600" y="1143000"/>
            <a:ext cx="4846320" cy="42062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65760" y="1143000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b="1" kern="0" spc="1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DU JEU</a:t>
            </a:r>
            <a:endParaRPr lang="fr-FR" sz="1500" noProof="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4846320" cy="1078992"/>
          </a:xfrm>
          <a:prstGeom prst="rect">
            <a:avLst/>
          </a:prstGeom>
          <a:solidFill>
            <a:srgbClr val="7B2FBE">
              <a:alpha val="18000"/>
            </a:srgbClr>
          </a:solidFill>
          <a:ln w="12700">
            <a:solidFill>
              <a:srgbClr val="7B2FB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1691640"/>
            <a:ext cx="4846320" cy="1078992"/>
          </a:xfrm>
          <a:prstGeom prst="rect">
            <a:avLst/>
          </a:prstGeom>
          <a:solidFill>
            <a:srgbClr val="EDE9FE"/>
          </a:solidFill>
          <a:ln w="254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28600" y="1691640"/>
            <a:ext cx="402336" cy="10789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228600" y="1691640"/>
            <a:ext cx="402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731520" y="178308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en place</a:t>
            </a:r>
            <a:endParaRPr lang="fr-F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731520" y="211226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joueurs comptent de 1 a 10, chacun dit UN seul nombre dans l'ordre. Le joueur qui dit "10" est éliminé.</a:t>
            </a:r>
            <a:endParaRPr lang="fr-F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274320" y="2907792"/>
            <a:ext cx="4846320" cy="1078992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228600" y="2862072"/>
            <a:ext cx="4846320" cy="1078992"/>
          </a:xfrm>
          <a:prstGeom prst="rect">
            <a:avLst/>
          </a:prstGeom>
          <a:solidFill>
            <a:srgbClr val="F0FDFA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228600" y="2862072"/>
            <a:ext cx="402336" cy="10789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228600" y="2862072"/>
            <a:ext cx="402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2200" noProof="0" dirty="0"/>
          </a:p>
        </p:txBody>
      </p:sp>
      <p:sp>
        <p:nvSpPr>
          <p:cNvPr id="23" name="Text 21"/>
          <p:cNvSpPr/>
          <p:nvPr/>
        </p:nvSpPr>
        <p:spPr>
          <a:xfrm>
            <a:off x="731520" y="29535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Modifier la disposition</a:t>
            </a:r>
            <a:endParaRPr lang="fr-FR" sz="1300" noProof="0" dirty="0"/>
          </a:p>
        </p:txBody>
      </p:sp>
      <p:sp>
        <p:nvSpPr>
          <p:cNvPr id="24" name="Text 22"/>
          <p:cNvSpPr/>
          <p:nvPr/>
        </p:nvSpPr>
        <p:spPr>
          <a:xfrm>
            <a:off x="731520" y="328269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son tour, un joueur peut changer le SENS du comptage (ascendant / descendant) ou inverser la direction de rotation des joueurs.</a:t>
            </a:r>
            <a:endParaRPr lang="fr-FR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274320" y="4078224"/>
            <a:ext cx="4846320" cy="1078992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228600" y="4032504"/>
            <a:ext cx="4846320" cy="1078992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228600" y="4032504"/>
            <a:ext cx="402336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228600" y="4032504"/>
            <a:ext cx="402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2200" noProof="0" dirty="0"/>
          </a:p>
        </p:txBody>
      </p:sp>
      <p:sp>
        <p:nvSpPr>
          <p:cNvPr id="29" name="Text 27"/>
          <p:cNvSpPr/>
          <p:nvPr/>
        </p:nvSpPr>
        <p:spPr>
          <a:xfrm>
            <a:off x="731520" y="412394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Remplacer un nombre</a:t>
            </a:r>
            <a:endParaRPr lang="fr-FR" sz="1300" noProof="0" dirty="0"/>
          </a:p>
        </p:txBody>
      </p:sp>
      <p:sp>
        <p:nvSpPr>
          <p:cNvPr id="30" name="Text 28"/>
          <p:cNvSpPr/>
          <p:nvPr/>
        </p:nvSpPr>
        <p:spPr>
          <a:xfrm>
            <a:off x="731520" y="445312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joueur peut remplacer UN nombre par autre chose : un mot, un nom, un objet... Les autres joueurs doivent s'en souvenir et l'utiliser a la place.</a:t>
            </a:r>
            <a:endParaRPr lang="fr-FR" sz="1100" noProof="0" dirty="0"/>
          </a:p>
        </p:txBody>
      </p:sp>
      <p:sp>
        <p:nvSpPr>
          <p:cNvPr id="31" name="Shape 29"/>
          <p:cNvSpPr/>
          <p:nvPr/>
        </p:nvSpPr>
        <p:spPr>
          <a:xfrm>
            <a:off x="274320" y="5248656"/>
            <a:ext cx="4846320" cy="1078992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30"/>
          <p:cNvSpPr/>
          <p:nvPr/>
        </p:nvSpPr>
        <p:spPr>
          <a:xfrm>
            <a:off x="228600" y="5202936"/>
            <a:ext cx="4846320" cy="1078992"/>
          </a:xfrm>
          <a:prstGeom prst="rect">
            <a:avLst/>
          </a:prstGeom>
          <a:solidFill>
            <a:srgbClr val="FDF2F8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/>
          <p:cNvSpPr/>
          <p:nvPr/>
        </p:nvSpPr>
        <p:spPr>
          <a:xfrm>
            <a:off x="228600" y="5202936"/>
            <a:ext cx="402336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/>
          <p:cNvSpPr/>
          <p:nvPr/>
        </p:nvSpPr>
        <p:spPr>
          <a:xfrm>
            <a:off x="228600" y="5202936"/>
            <a:ext cx="402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fr-FR" sz="2200" noProof="0" dirty="0"/>
          </a:p>
        </p:txBody>
      </p:sp>
      <p:sp>
        <p:nvSpPr>
          <p:cNvPr id="35" name="Text 33"/>
          <p:cNvSpPr/>
          <p:nvPr/>
        </p:nvSpPr>
        <p:spPr>
          <a:xfrm>
            <a:off x="731520" y="529437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Elimination</a:t>
            </a:r>
            <a:endParaRPr lang="fr-FR" sz="1300" noProof="0" dirty="0"/>
          </a:p>
        </p:txBody>
      </p:sp>
      <p:sp>
        <p:nvSpPr>
          <p:cNvPr id="36" name="Text 34"/>
          <p:cNvSpPr/>
          <p:nvPr/>
        </p:nvSpPr>
        <p:spPr>
          <a:xfrm>
            <a:off x="731520" y="56235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éliminé celui qui se trompe de nombre, oublie un remplacement, dit "10" (ou son équivalent), ou parle hors de son tour.</a:t>
            </a:r>
            <a:endParaRPr lang="fr-FR" sz="1100" noProof="0" dirty="0"/>
          </a:p>
        </p:txBody>
      </p:sp>
      <p:sp>
        <p:nvSpPr>
          <p:cNvPr id="37" name="Shape 35"/>
          <p:cNvSpPr/>
          <p:nvPr/>
        </p:nvSpPr>
        <p:spPr>
          <a:xfrm>
            <a:off x="5349240" y="1143000"/>
            <a:ext cx="4023360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5486400" y="114300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b="1" kern="0" spc="1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DE MANCHE</a:t>
            </a:r>
            <a:endParaRPr lang="fr-FR" sz="1500" noProof="0" dirty="0"/>
          </a:p>
        </p:txBody>
      </p:sp>
      <p:sp>
        <p:nvSpPr>
          <p:cNvPr id="39" name="Shape 37"/>
          <p:cNvSpPr/>
          <p:nvPr/>
        </p:nvSpPr>
        <p:spPr>
          <a:xfrm>
            <a:off x="5349240" y="1691640"/>
            <a:ext cx="402336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8"/>
          <p:cNvSpPr/>
          <p:nvPr/>
        </p:nvSpPr>
        <p:spPr>
          <a:xfrm>
            <a:off x="5458968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i="1" noProof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joueurs. Le 5 est remplace par "CHAISE". Le sens est inverse au 3.</a:t>
            </a:r>
            <a:endParaRPr lang="fr-FR" sz="1050" noProof="0" dirty="0"/>
          </a:p>
        </p:txBody>
      </p:sp>
      <p:sp>
        <p:nvSpPr>
          <p:cNvPr id="41" name="Shape 39"/>
          <p:cNvSpPr/>
          <p:nvPr/>
        </p:nvSpPr>
        <p:spPr>
          <a:xfrm>
            <a:off x="5349240" y="2176272"/>
            <a:ext cx="228600" cy="3291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40"/>
          <p:cNvSpPr/>
          <p:nvPr/>
        </p:nvSpPr>
        <p:spPr>
          <a:xfrm>
            <a:off x="5349240" y="2176272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fr-FR" sz="1100" noProof="0" dirty="0"/>
          </a:p>
        </p:txBody>
      </p:sp>
      <p:sp>
        <p:nvSpPr>
          <p:cNvPr id="43" name="Shape 41"/>
          <p:cNvSpPr/>
          <p:nvPr/>
        </p:nvSpPr>
        <p:spPr>
          <a:xfrm>
            <a:off x="5577840" y="2176272"/>
            <a:ext cx="1005840" cy="3291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2"/>
          <p:cNvSpPr/>
          <p:nvPr/>
        </p:nvSpPr>
        <p:spPr>
          <a:xfrm>
            <a:off x="5577840" y="21762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</a:t>
            </a:r>
            <a:endParaRPr lang="fr-FR" sz="1100" noProof="0" dirty="0"/>
          </a:p>
        </p:txBody>
      </p:sp>
      <p:sp>
        <p:nvSpPr>
          <p:cNvPr id="45" name="Shape 43"/>
          <p:cNvSpPr/>
          <p:nvPr/>
        </p:nvSpPr>
        <p:spPr>
          <a:xfrm>
            <a:off x="6583680" y="2176272"/>
            <a:ext cx="1600200" cy="3291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Text 44"/>
          <p:cNvSpPr/>
          <p:nvPr/>
        </p:nvSpPr>
        <p:spPr>
          <a:xfrm>
            <a:off x="6583680" y="2176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</a:t>
            </a:r>
            <a:endParaRPr lang="fr-FR" sz="1100" noProof="0" dirty="0"/>
          </a:p>
        </p:txBody>
      </p:sp>
      <p:sp>
        <p:nvSpPr>
          <p:cNvPr id="47" name="Shape 45"/>
          <p:cNvSpPr/>
          <p:nvPr/>
        </p:nvSpPr>
        <p:spPr>
          <a:xfrm>
            <a:off x="8183880" y="2176272"/>
            <a:ext cx="1188720" cy="3291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6"/>
          <p:cNvSpPr/>
          <p:nvPr/>
        </p:nvSpPr>
        <p:spPr>
          <a:xfrm>
            <a:off x="8183880" y="21762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fr-FR" sz="1100" noProof="0" dirty="0"/>
          </a:p>
        </p:txBody>
      </p:sp>
      <p:sp>
        <p:nvSpPr>
          <p:cNvPr id="49" name="Shape 47"/>
          <p:cNvSpPr/>
          <p:nvPr/>
        </p:nvSpPr>
        <p:spPr>
          <a:xfrm>
            <a:off x="5349240" y="2505456"/>
            <a:ext cx="228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8"/>
          <p:cNvSpPr/>
          <p:nvPr/>
        </p:nvSpPr>
        <p:spPr>
          <a:xfrm>
            <a:off x="5349240" y="2505456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000" noProof="0" dirty="0"/>
          </a:p>
        </p:txBody>
      </p:sp>
      <p:sp>
        <p:nvSpPr>
          <p:cNvPr id="51" name="Shape 49"/>
          <p:cNvSpPr/>
          <p:nvPr/>
        </p:nvSpPr>
        <p:spPr>
          <a:xfrm>
            <a:off x="5577840" y="250545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50"/>
          <p:cNvSpPr/>
          <p:nvPr/>
        </p:nvSpPr>
        <p:spPr>
          <a:xfrm>
            <a:off x="5623560" y="25054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A</a:t>
            </a:r>
            <a:endParaRPr lang="fr-FR" sz="1000" noProof="0" dirty="0"/>
          </a:p>
        </p:txBody>
      </p:sp>
      <p:sp>
        <p:nvSpPr>
          <p:cNvPr id="53" name="Shape 51"/>
          <p:cNvSpPr/>
          <p:nvPr/>
        </p:nvSpPr>
        <p:spPr>
          <a:xfrm>
            <a:off x="6583680" y="2505456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Text 52"/>
          <p:cNvSpPr/>
          <p:nvPr/>
        </p:nvSpPr>
        <p:spPr>
          <a:xfrm>
            <a:off x="6629400" y="25054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050" noProof="0" dirty="0"/>
          </a:p>
        </p:txBody>
      </p:sp>
      <p:sp>
        <p:nvSpPr>
          <p:cNvPr id="55" name="Shape 53"/>
          <p:cNvSpPr/>
          <p:nvPr/>
        </p:nvSpPr>
        <p:spPr>
          <a:xfrm>
            <a:off x="8183880" y="250545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6" name="Text 54"/>
          <p:cNvSpPr/>
          <p:nvPr/>
        </p:nvSpPr>
        <p:spPr>
          <a:xfrm>
            <a:off x="8229600" y="250545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50" noProof="0" dirty="0"/>
          </a:p>
        </p:txBody>
      </p:sp>
      <p:sp>
        <p:nvSpPr>
          <p:cNvPr id="57" name="Shape 55"/>
          <p:cNvSpPr/>
          <p:nvPr/>
        </p:nvSpPr>
        <p:spPr>
          <a:xfrm>
            <a:off x="5349240" y="2889504"/>
            <a:ext cx="22860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8" name="Text 56"/>
          <p:cNvSpPr/>
          <p:nvPr/>
        </p:nvSpPr>
        <p:spPr>
          <a:xfrm>
            <a:off x="5349240" y="2889504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000" noProof="0" dirty="0"/>
          </a:p>
        </p:txBody>
      </p:sp>
      <p:sp>
        <p:nvSpPr>
          <p:cNvPr id="59" name="Shape 57"/>
          <p:cNvSpPr/>
          <p:nvPr/>
        </p:nvSpPr>
        <p:spPr>
          <a:xfrm>
            <a:off x="5577840" y="2889504"/>
            <a:ext cx="100584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0" name="Text 58"/>
          <p:cNvSpPr/>
          <p:nvPr/>
        </p:nvSpPr>
        <p:spPr>
          <a:xfrm>
            <a:off x="5623560" y="2889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B</a:t>
            </a:r>
            <a:endParaRPr lang="fr-FR" sz="1000" noProof="0" dirty="0"/>
          </a:p>
        </p:txBody>
      </p:sp>
      <p:sp>
        <p:nvSpPr>
          <p:cNvPr id="61" name="Shape 59"/>
          <p:cNvSpPr/>
          <p:nvPr/>
        </p:nvSpPr>
        <p:spPr>
          <a:xfrm>
            <a:off x="6583680" y="2889504"/>
            <a:ext cx="160020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2" name="Text 60"/>
          <p:cNvSpPr/>
          <p:nvPr/>
        </p:nvSpPr>
        <p:spPr>
          <a:xfrm>
            <a:off x="662940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050" noProof="0" dirty="0"/>
          </a:p>
        </p:txBody>
      </p:sp>
      <p:sp>
        <p:nvSpPr>
          <p:cNvPr id="63" name="Shape 61"/>
          <p:cNvSpPr/>
          <p:nvPr/>
        </p:nvSpPr>
        <p:spPr>
          <a:xfrm>
            <a:off x="8183880" y="2889504"/>
            <a:ext cx="118872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Text 62"/>
          <p:cNvSpPr/>
          <p:nvPr/>
        </p:nvSpPr>
        <p:spPr>
          <a:xfrm>
            <a:off x="8229600" y="28895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50" noProof="0" dirty="0"/>
          </a:p>
        </p:txBody>
      </p:sp>
      <p:sp>
        <p:nvSpPr>
          <p:cNvPr id="65" name="Shape 63"/>
          <p:cNvSpPr/>
          <p:nvPr/>
        </p:nvSpPr>
        <p:spPr>
          <a:xfrm>
            <a:off x="5349240" y="3273552"/>
            <a:ext cx="228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6" name="Text 64"/>
          <p:cNvSpPr/>
          <p:nvPr/>
        </p:nvSpPr>
        <p:spPr>
          <a:xfrm>
            <a:off x="5349240" y="327355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000" noProof="0" dirty="0"/>
          </a:p>
        </p:txBody>
      </p:sp>
      <p:sp>
        <p:nvSpPr>
          <p:cNvPr id="67" name="Shape 65"/>
          <p:cNvSpPr/>
          <p:nvPr/>
        </p:nvSpPr>
        <p:spPr>
          <a:xfrm>
            <a:off x="5577840" y="327355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8" name="Text 66"/>
          <p:cNvSpPr/>
          <p:nvPr/>
        </p:nvSpPr>
        <p:spPr>
          <a:xfrm>
            <a:off x="5623560" y="32735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C</a:t>
            </a:r>
            <a:endParaRPr lang="fr-FR" sz="1000" noProof="0" dirty="0"/>
          </a:p>
        </p:txBody>
      </p:sp>
      <p:sp>
        <p:nvSpPr>
          <p:cNvPr id="69" name="Shape 67"/>
          <p:cNvSpPr/>
          <p:nvPr/>
        </p:nvSpPr>
        <p:spPr>
          <a:xfrm>
            <a:off x="6583680" y="3273552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0" name="Text 68"/>
          <p:cNvSpPr/>
          <p:nvPr/>
        </p:nvSpPr>
        <p:spPr>
          <a:xfrm>
            <a:off x="6629400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→ Banana</a:t>
            </a:r>
            <a:endParaRPr lang="fr-FR" sz="1050" noProof="0" dirty="0"/>
          </a:p>
        </p:txBody>
      </p:sp>
      <p:sp>
        <p:nvSpPr>
          <p:cNvPr id="71" name="Shape 69"/>
          <p:cNvSpPr/>
          <p:nvPr/>
        </p:nvSpPr>
        <p:spPr>
          <a:xfrm>
            <a:off x="8183880" y="327355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2" name="Text 70"/>
          <p:cNvSpPr/>
          <p:nvPr/>
        </p:nvSpPr>
        <p:spPr>
          <a:xfrm>
            <a:off x="8229600" y="327355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50" i="1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a rebours désormais</a:t>
            </a:r>
            <a:endParaRPr lang="fr-FR" sz="950" noProof="0" dirty="0"/>
          </a:p>
        </p:txBody>
      </p:sp>
      <p:sp>
        <p:nvSpPr>
          <p:cNvPr id="73" name="Shape 71"/>
          <p:cNvSpPr/>
          <p:nvPr/>
        </p:nvSpPr>
        <p:spPr>
          <a:xfrm>
            <a:off x="5349240" y="3657600"/>
            <a:ext cx="22860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4" name="Text 72"/>
          <p:cNvSpPr/>
          <p:nvPr/>
        </p:nvSpPr>
        <p:spPr>
          <a:xfrm>
            <a:off x="5349240" y="365760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000" noProof="0" dirty="0"/>
          </a:p>
        </p:txBody>
      </p:sp>
      <p:sp>
        <p:nvSpPr>
          <p:cNvPr id="75" name="Shape 73"/>
          <p:cNvSpPr/>
          <p:nvPr/>
        </p:nvSpPr>
        <p:spPr>
          <a:xfrm>
            <a:off x="5577840" y="3657600"/>
            <a:ext cx="100584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6" name="Text 74"/>
          <p:cNvSpPr/>
          <p:nvPr/>
        </p:nvSpPr>
        <p:spPr>
          <a:xfrm>
            <a:off x="5623560" y="36576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B</a:t>
            </a:r>
            <a:endParaRPr lang="fr-FR" sz="1000" noProof="0" dirty="0"/>
          </a:p>
        </p:txBody>
      </p:sp>
      <p:sp>
        <p:nvSpPr>
          <p:cNvPr id="77" name="Shape 75"/>
          <p:cNvSpPr/>
          <p:nvPr/>
        </p:nvSpPr>
        <p:spPr>
          <a:xfrm>
            <a:off x="6583680" y="3657600"/>
            <a:ext cx="160020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8" name="Text 76"/>
          <p:cNvSpPr/>
          <p:nvPr/>
        </p:nvSpPr>
        <p:spPr>
          <a:xfrm>
            <a:off x="6629400" y="3657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050" noProof="0" dirty="0"/>
          </a:p>
        </p:txBody>
      </p:sp>
      <p:sp>
        <p:nvSpPr>
          <p:cNvPr id="79" name="Shape 77"/>
          <p:cNvSpPr/>
          <p:nvPr/>
        </p:nvSpPr>
        <p:spPr>
          <a:xfrm>
            <a:off x="8183880" y="3657600"/>
            <a:ext cx="118872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0" name="Text 78"/>
          <p:cNvSpPr/>
          <p:nvPr/>
        </p:nvSpPr>
        <p:spPr>
          <a:xfrm>
            <a:off x="8229600" y="36576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50" i="1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rebours</a:t>
            </a:r>
            <a:endParaRPr lang="fr-FR" sz="950" noProof="0" dirty="0"/>
          </a:p>
        </p:txBody>
      </p:sp>
      <p:sp>
        <p:nvSpPr>
          <p:cNvPr id="81" name="Shape 79"/>
          <p:cNvSpPr/>
          <p:nvPr/>
        </p:nvSpPr>
        <p:spPr>
          <a:xfrm>
            <a:off x="5349240" y="4041648"/>
            <a:ext cx="228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2" name="Text 80"/>
          <p:cNvSpPr/>
          <p:nvPr/>
        </p:nvSpPr>
        <p:spPr>
          <a:xfrm>
            <a:off x="5349240" y="4041648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000" noProof="0" dirty="0"/>
          </a:p>
        </p:txBody>
      </p:sp>
      <p:sp>
        <p:nvSpPr>
          <p:cNvPr id="83" name="Shape 81"/>
          <p:cNvSpPr/>
          <p:nvPr/>
        </p:nvSpPr>
        <p:spPr>
          <a:xfrm>
            <a:off x="5577840" y="404164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4" name="Text 82"/>
          <p:cNvSpPr/>
          <p:nvPr/>
        </p:nvSpPr>
        <p:spPr>
          <a:xfrm>
            <a:off x="5623560" y="40416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A</a:t>
            </a:r>
            <a:endParaRPr lang="fr-FR" sz="1000" noProof="0" dirty="0"/>
          </a:p>
        </p:txBody>
      </p:sp>
      <p:sp>
        <p:nvSpPr>
          <p:cNvPr id="85" name="Shape 83"/>
          <p:cNvSpPr/>
          <p:nvPr/>
        </p:nvSpPr>
        <p:spPr>
          <a:xfrm>
            <a:off x="6583680" y="4041648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6" name="Text 84"/>
          <p:cNvSpPr/>
          <p:nvPr/>
        </p:nvSpPr>
        <p:spPr>
          <a:xfrm>
            <a:off x="6629400" y="40416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CHAISE</a:t>
            </a:r>
            <a:endParaRPr lang="fr-FR" sz="1050" noProof="0" dirty="0"/>
          </a:p>
        </p:txBody>
      </p:sp>
      <p:sp>
        <p:nvSpPr>
          <p:cNvPr id="87" name="Shape 85"/>
          <p:cNvSpPr/>
          <p:nvPr/>
        </p:nvSpPr>
        <p:spPr>
          <a:xfrm>
            <a:off x="8183880" y="404164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8" name="Text 86"/>
          <p:cNvSpPr/>
          <p:nvPr/>
        </p:nvSpPr>
        <p:spPr>
          <a:xfrm>
            <a:off x="8229600" y="40416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50" i="1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le 5</a:t>
            </a:r>
            <a:endParaRPr lang="fr-FR" sz="950" noProof="0" dirty="0"/>
          </a:p>
        </p:txBody>
      </p:sp>
      <p:sp>
        <p:nvSpPr>
          <p:cNvPr id="89" name="Shape 87"/>
          <p:cNvSpPr/>
          <p:nvPr/>
        </p:nvSpPr>
        <p:spPr>
          <a:xfrm>
            <a:off x="5349240" y="4425696"/>
            <a:ext cx="22860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0" name="Text 88"/>
          <p:cNvSpPr/>
          <p:nvPr/>
        </p:nvSpPr>
        <p:spPr>
          <a:xfrm>
            <a:off x="5349240" y="4425696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fr-FR" sz="1000" noProof="0" dirty="0"/>
          </a:p>
        </p:txBody>
      </p:sp>
      <p:sp>
        <p:nvSpPr>
          <p:cNvPr id="91" name="Shape 89"/>
          <p:cNvSpPr/>
          <p:nvPr/>
        </p:nvSpPr>
        <p:spPr>
          <a:xfrm>
            <a:off x="5577840" y="4425696"/>
            <a:ext cx="100584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2" name="Text 90"/>
          <p:cNvSpPr/>
          <p:nvPr/>
        </p:nvSpPr>
        <p:spPr>
          <a:xfrm>
            <a:off x="5623560" y="4425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F</a:t>
            </a:r>
            <a:endParaRPr lang="fr-FR" sz="1000" noProof="0" dirty="0"/>
          </a:p>
        </p:txBody>
      </p:sp>
      <p:sp>
        <p:nvSpPr>
          <p:cNvPr id="93" name="Shape 91"/>
          <p:cNvSpPr/>
          <p:nvPr/>
        </p:nvSpPr>
        <p:spPr>
          <a:xfrm>
            <a:off x="6583680" y="4425696"/>
            <a:ext cx="160020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4" name="Text 92"/>
          <p:cNvSpPr/>
          <p:nvPr/>
        </p:nvSpPr>
        <p:spPr>
          <a:xfrm>
            <a:off x="6629400" y="44256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fr-FR" sz="1050" noProof="0" dirty="0"/>
          </a:p>
        </p:txBody>
      </p:sp>
      <p:sp>
        <p:nvSpPr>
          <p:cNvPr id="95" name="Shape 93"/>
          <p:cNvSpPr/>
          <p:nvPr/>
        </p:nvSpPr>
        <p:spPr>
          <a:xfrm>
            <a:off x="8183880" y="4425696"/>
            <a:ext cx="1188720" cy="38404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6" name="Text 94"/>
          <p:cNvSpPr/>
          <p:nvPr/>
        </p:nvSpPr>
        <p:spPr>
          <a:xfrm>
            <a:off x="8229600" y="442569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50" noProof="0" dirty="0"/>
          </a:p>
        </p:txBody>
      </p:sp>
      <p:sp>
        <p:nvSpPr>
          <p:cNvPr id="97" name="Shape 95"/>
          <p:cNvSpPr/>
          <p:nvPr/>
        </p:nvSpPr>
        <p:spPr>
          <a:xfrm>
            <a:off x="5349240" y="4809744"/>
            <a:ext cx="228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8" name="Text 96"/>
          <p:cNvSpPr/>
          <p:nvPr/>
        </p:nvSpPr>
        <p:spPr>
          <a:xfrm>
            <a:off x="5349240" y="4809744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fr-FR" sz="1000" noProof="0" dirty="0"/>
          </a:p>
        </p:txBody>
      </p:sp>
      <p:sp>
        <p:nvSpPr>
          <p:cNvPr id="99" name="Shape 97"/>
          <p:cNvSpPr/>
          <p:nvPr/>
        </p:nvSpPr>
        <p:spPr>
          <a:xfrm>
            <a:off x="5577840" y="4809744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0" name="Text 98"/>
          <p:cNvSpPr/>
          <p:nvPr/>
        </p:nvSpPr>
        <p:spPr>
          <a:xfrm>
            <a:off x="5623560" y="480974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E</a:t>
            </a:r>
            <a:endParaRPr lang="fr-FR" sz="1000" noProof="0" dirty="0"/>
          </a:p>
        </p:txBody>
      </p:sp>
      <p:sp>
        <p:nvSpPr>
          <p:cNvPr id="101" name="Shape 99"/>
          <p:cNvSpPr/>
          <p:nvPr/>
        </p:nvSpPr>
        <p:spPr>
          <a:xfrm>
            <a:off x="6583680" y="4809744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2" name="Text 100"/>
          <p:cNvSpPr/>
          <p:nvPr/>
        </p:nvSpPr>
        <p:spPr>
          <a:xfrm>
            <a:off x="6629400" y="4809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fr-FR" sz="1050" noProof="0" dirty="0"/>
          </a:p>
        </p:txBody>
      </p:sp>
      <p:sp>
        <p:nvSpPr>
          <p:cNvPr id="103" name="Shape 101"/>
          <p:cNvSpPr/>
          <p:nvPr/>
        </p:nvSpPr>
        <p:spPr>
          <a:xfrm>
            <a:off x="8183880" y="480974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4" name="Text 102"/>
          <p:cNvSpPr/>
          <p:nvPr/>
        </p:nvSpPr>
        <p:spPr>
          <a:xfrm>
            <a:off x="8229600" y="480974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50" noProof="0" dirty="0"/>
          </a:p>
        </p:txBody>
      </p:sp>
      <p:sp>
        <p:nvSpPr>
          <p:cNvPr id="105" name="Shape 103"/>
          <p:cNvSpPr/>
          <p:nvPr/>
        </p:nvSpPr>
        <p:spPr>
          <a:xfrm>
            <a:off x="5349240" y="5193792"/>
            <a:ext cx="22860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6" name="Text 104"/>
          <p:cNvSpPr/>
          <p:nvPr/>
        </p:nvSpPr>
        <p:spPr>
          <a:xfrm>
            <a:off x="5349240" y="519379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fr-FR" sz="1000" noProof="0" dirty="0"/>
          </a:p>
        </p:txBody>
      </p:sp>
      <p:sp>
        <p:nvSpPr>
          <p:cNvPr id="107" name="Shape 105"/>
          <p:cNvSpPr/>
          <p:nvPr/>
        </p:nvSpPr>
        <p:spPr>
          <a:xfrm>
            <a:off x="5577840" y="5193792"/>
            <a:ext cx="100584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8" name="Text 106"/>
          <p:cNvSpPr/>
          <p:nvPr/>
        </p:nvSpPr>
        <p:spPr>
          <a:xfrm>
            <a:off x="5623560" y="51937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D</a:t>
            </a:r>
            <a:endParaRPr lang="fr-FR" sz="1000" noProof="0" dirty="0"/>
          </a:p>
        </p:txBody>
      </p:sp>
      <p:sp>
        <p:nvSpPr>
          <p:cNvPr id="109" name="Shape 107"/>
          <p:cNvSpPr/>
          <p:nvPr/>
        </p:nvSpPr>
        <p:spPr>
          <a:xfrm>
            <a:off x="6583680" y="5193792"/>
            <a:ext cx="160020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0" name="Text 108"/>
          <p:cNvSpPr/>
          <p:nvPr/>
        </p:nvSpPr>
        <p:spPr>
          <a:xfrm>
            <a:off x="6629400" y="5193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100" noProof="0" dirty="0"/>
          </a:p>
        </p:txBody>
      </p:sp>
      <p:sp>
        <p:nvSpPr>
          <p:cNvPr id="111" name="Shape 109"/>
          <p:cNvSpPr/>
          <p:nvPr/>
        </p:nvSpPr>
        <p:spPr>
          <a:xfrm>
            <a:off x="8183880" y="5193792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2" name="Text 110"/>
          <p:cNvSpPr/>
          <p:nvPr/>
        </p:nvSpPr>
        <p:spPr>
          <a:xfrm>
            <a:off x="8229600" y="51937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50" i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— devait dire CHAISE !</a:t>
            </a:r>
            <a:endParaRPr lang="fr-FR" sz="950" noProof="0" dirty="0"/>
          </a:p>
        </p:txBody>
      </p:sp>
      <p:sp>
        <p:nvSpPr>
          <p:cNvPr id="113" name="Shape 111"/>
          <p:cNvSpPr/>
          <p:nvPr/>
        </p:nvSpPr>
        <p:spPr>
          <a:xfrm>
            <a:off x="5349240" y="5669280"/>
            <a:ext cx="402336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4" name="Text 112"/>
          <p:cNvSpPr/>
          <p:nvPr/>
        </p:nvSpPr>
        <p:spPr>
          <a:xfrm>
            <a:off x="5458968" y="5669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D est éliminé — il devait dire "CHAISE" et non "5".</a:t>
            </a:r>
            <a:endParaRPr lang="fr-FR" sz="1050" noProof="0" dirty="0"/>
          </a:p>
        </p:txBody>
      </p:sp>
      <p:sp>
        <p:nvSpPr>
          <p:cNvPr id="115" name="Shape 113"/>
          <p:cNvSpPr/>
          <p:nvPr/>
        </p:nvSpPr>
        <p:spPr>
          <a:xfrm>
            <a:off x="9646920" y="1143000"/>
            <a:ext cx="2313432" cy="42062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6" name="Text 114"/>
          <p:cNvSpPr/>
          <p:nvPr/>
        </p:nvSpPr>
        <p:spPr>
          <a:xfrm>
            <a:off x="9784080" y="114300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b="1" kern="0" spc="100" noProof="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BAREME</a:t>
            </a:r>
            <a:endParaRPr lang="fr-FR" sz="1500" noProof="0" dirty="0"/>
          </a:p>
        </p:txBody>
      </p:sp>
      <p:sp>
        <p:nvSpPr>
          <p:cNvPr id="117" name="Shape 115"/>
          <p:cNvSpPr/>
          <p:nvPr/>
        </p:nvSpPr>
        <p:spPr>
          <a:xfrm>
            <a:off x="9683496" y="1728216"/>
            <a:ext cx="2313432" cy="658368"/>
          </a:xfrm>
          <a:prstGeom prst="rect">
            <a:avLst/>
          </a:prstGeom>
          <a:solidFill>
            <a:srgbClr val="6B7280">
              <a:alpha val="20000"/>
            </a:srgbClr>
          </a:solidFill>
          <a:ln w="1270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8" name="Shape 116"/>
          <p:cNvSpPr/>
          <p:nvPr/>
        </p:nvSpPr>
        <p:spPr>
          <a:xfrm>
            <a:off x="9646920" y="1691640"/>
            <a:ext cx="2313432" cy="658368"/>
          </a:xfrm>
          <a:prstGeom prst="rect">
            <a:avLst/>
          </a:prstGeom>
          <a:solidFill>
            <a:srgbClr val="F9FAFB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9" name="Shape 117"/>
          <p:cNvSpPr/>
          <p:nvPr/>
        </p:nvSpPr>
        <p:spPr>
          <a:xfrm>
            <a:off x="9646920" y="1691640"/>
            <a:ext cx="365760" cy="6583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0" name="Text 118"/>
          <p:cNvSpPr/>
          <p:nvPr/>
        </p:nvSpPr>
        <p:spPr>
          <a:xfrm>
            <a:off x="10104120" y="1691640"/>
            <a:ext cx="12029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noProof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1er éliminé</a:t>
            </a:r>
            <a:endParaRPr lang="fr-FR" sz="1150" noProof="0" dirty="0"/>
          </a:p>
        </p:txBody>
      </p:sp>
      <p:sp>
        <p:nvSpPr>
          <p:cNvPr id="121" name="Text 119"/>
          <p:cNvSpPr/>
          <p:nvPr/>
        </p:nvSpPr>
        <p:spPr>
          <a:xfrm>
            <a:off x="10803636" y="1691640"/>
            <a:ext cx="10641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700" b="1" noProof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pts</a:t>
            </a:r>
            <a:endParaRPr lang="fr-FR" sz="1700" noProof="0" dirty="0"/>
          </a:p>
        </p:txBody>
      </p:sp>
      <p:sp>
        <p:nvSpPr>
          <p:cNvPr id="122" name="Shape 120"/>
          <p:cNvSpPr/>
          <p:nvPr/>
        </p:nvSpPr>
        <p:spPr>
          <a:xfrm>
            <a:off x="9683496" y="2478024"/>
            <a:ext cx="2313432" cy="658368"/>
          </a:xfrm>
          <a:prstGeom prst="rect">
            <a:avLst/>
          </a:prstGeom>
          <a:solidFill>
            <a:srgbClr val="6B7280">
              <a:alpha val="20000"/>
            </a:srgbClr>
          </a:solidFill>
          <a:ln w="1270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3" name="Shape 121"/>
          <p:cNvSpPr/>
          <p:nvPr/>
        </p:nvSpPr>
        <p:spPr>
          <a:xfrm>
            <a:off x="9646920" y="2441448"/>
            <a:ext cx="2313432" cy="658368"/>
          </a:xfrm>
          <a:prstGeom prst="rect">
            <a:avLst/>
          </a:prstGeom>
          <a:solidFill>
            <a:srgbClr val="F9FAFB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4" name="Shape 122"/>
          <p:cNvSpPr/>
          <p:nvPr/>
        </p:nvSpPr>
        <p:spPr>
          <a:xfrm>
            <a:off x="9646920" y="2441448"/>
            <a:ext cx="365760" cy="6583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5" name="Text 123"/>
          <p:cNvSpPr/>
          <p:nvPr/>
        </p:nvSpPr>
        <p:spPr>
          <a:xfrm>
            <a:off x="10104120" y="2441448"/>
            <a:ext cx="12029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noProof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2e éliminé</a:t>
            </a:r>
            <a:endParaRPr lang="fr-FR" sz="1150" noProof="0" dirty="0"/>
          </a:p>
        </p:txBody>
      </p:sp>
      <p:sp>
        <p:nvSpPr>
          <p:cNvPr id="126" name="Text 124"/>
          <p:cNvSpPr/>
          <p:nvPr/>
        </p:nvSpPr>
        <p:spPr>
          <a:xfrm>
            <a:off x="10803636" y="2441448"/>
            <a:ext cx="10641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700" b="1" noProof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pts</a:t>
            </a:r>
            <a:endParaRPr lang="fr-FR" sz="1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9683496" y="3227832"/>
            <a:ext cx="2313432" cy="658368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8" name="Shape 126"/>
          <p:cNvSpPr/>
          <p:nvPr/>
        </p:nvSpPr>
        <p:spPr>
          <a:xfrm>
            <a:off x="9646920" y="3191256"/>
            <a:ext cx="2313432" cy="658368"/>
          </a:xfrm>
          <a:prstGeom prst="rect">
            <a:avLst/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9" name="Shape 127"/>
          <p:cNvSpPr/>
          <p:nvPr/>
        </p:nvSpPr>
        <p:spPr>
          <a:xfrm>
            <a:off x="9646920" y="3191256"/>
            <a:ext cx="36576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0" name="Text 128"/>
          <p:cNvSpPr/>
          <p:nvPr/>
        </p:nvSpPr>
        <p:spPr>
          <a:xfrm>
            <a:off x="10104120" y="3191256"/>
            <a:ext cx="12029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3e éliminé</a:t>
            </a:r>
            <a:endParaRPr lang="fr-FR" sz="1150" noProof="0" dirty="0"/>
          </a:p>
        </p:txBody>
      </p:sp>
      <p:sp>
        <p:nvSpPr>
          <p:cNvPr id="131" name="Text 129"/>
          <p:cNvSpPr/>
          <p:nvPr/>
        </p:nvSpPr>
        <p:spPr>
          <a:xfrm>
            <a:off x="10803636" y="3191256"/>
            <a:ext cx="10641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7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pts</a:t>
            </a:r>
            <a:endParaRPr lang="fr-FR" sz="1700" noProof="0" dirty="0"/>
          </a:p>
        </p:txBody>
      </p:sp>
      <p:sp>
        <p:nvSpPr>
          <p:cNvPr id="132" name="Shape 130"/>
          <p:cNvSpPr/>
          <p:nvPr/>
        </p:nvSpPr>
        <p:spPr>
          <a:xfrm>
            <a:off x="9683496" y="3977640"/>
            <a:ext cx="2313432" cy="658368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3" name="Shape 131"/>
          <p:cNvSpPr/>
          <p:nvPr/>
        </p:nvSpPr>
        <p:spPr>
          <a:xfrm>
            <a:off x="9646920" y="3941064"/>
            <a:ext cx="2313432" cy="658368"/>
          </a:xfrm>
          <a:prstGeom prst="rect">
            <a:avLst/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4" name="Shape 132"/>
          <p:cNvSpPr/>
          <p:nvPr/>
        </p:nvSpPr>
        <p:spPr>
          <a:xfrm>
            <a:off x="9646920" y="3941064"/>
            <a:ext cx="36576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5" name="Text 133"/>
          <p:cNvSpPr/>
          <p:nvPr/>
        </p:nvSpPr>
        <p:spPr>
          <a:xfrm>
            <a:off x="10104120" y="3941064"/>
            <a:ext cx="12029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4e éliminé</a:t>
            </a:r>
            <a:endParaRPr lang="fr-FR" sz="1150" noProof="0" dirty="0"/>
          </a:p>
        </p:txBody>
      </p:sp>
      <p:sp>
        <p:nvSpPr>
          <p:cNvPr id="136" name="Text 134"/>
          <p:cNvSpPr/>
          <p:nvPr/>
        </p:nvSpPr>
        <p:spPr>
          <a:xfrm>
            <a:off x="10803636" y="3941064"/>
            <a:ext cx="10641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7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pts</a:t>
            </a:r>
            <a:endParaRPr lang="fr-FR" sz="1700" noProof="0" dirty="0"/>
          </a:p>
        </p:txBody>
      </p:sp>
      <p:sp>
        <p:nvSpPr>
          <p:cNvPr id="137" name="Shape 135"/>
          <p:cNvSpPr/>
          <p:nvPr/>
        </p:nvSpPr>
        <p:spPr>
          <a:xfrm>
            <a:off x="9683496" y="4727448"/>
            <a:ext cx="2313432" cy="658368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8" name="Shape 136"/>
          <p:cNvSpPr/>
          <p:nvPr/>
        </p:nvSpPr>
        <p:spPr>
          <a:xfrm>
            <a:off x="9646920" y="4690872"/>
            <a:ext cx="2313432" cy="658368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9" name="Shape 137"/>
          <p:cNvSpPr/>
          <p:nvPr/>
        </p:nvSpPr>
        <p:spPr>
          <a:xfrm>
            <a:off x="9646920" y="4690872"/>
            <a:ext cx="36576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0" name="Text 138"/>
          <p:cNvSpPr/>
          <p:nvPr/>
        </p:nvSpPr>
        <p:spPr>
          <a:xfrm>
            <a:off x="10104120" y="4690872"/>
            <a:ext cx="12029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5e éliminé</a:t>
            </a:r>
            <a:endParaRPr lang="fr-FR" sz="1150" noProof="0" dirty="0"/>
          </a:p>
        </p:txBody>
      </p:sp>
      <p:sp>
        <p:nvSpPr>
          <p:cNvPr id="141" name="Text 139"/>
          <p:cNvSpPr/>
          <p:nvPr/>
        </p:nvSpPr>
        <p:spPr>
          <a:xfrm>
            <a:off x="10803636" y="4690872"/>
            <a:ext cx="10641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7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pts</a:t>
            </a:r>
            <a:endParaRPr lang="fr-FR" sz="1700" noProof="0" dirty="0"/>
          </a:p>
        </p:txBody>
      </p:sp>
      <p:sp>
        <p:nvSpPr>
          <p:cNvPr id="142" name="Shape 140"/>
          <p:cNvSpPr/>
          <p:nvPr/>
        </p:nvSpPr>
        <p:spPr>
          <a:xfrm>
            <a:off x="9683496" y="5477256"/>
            <a:ext cx="2313432" cy="658368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3" name="Shape 141"/>
          <p:cNvSpPr/>
          <p:nvPr/>
        </p:nvSpPr>
        <p:spPr>
          <a:xfrm>
            <a:off x="9646920" y="5440680"/>
            <a:ext cx="2313432" cy="658368"/>
          </a:xfrm>
          <a:prstGeom prst="rect">
            <a:avLst/>
          </a:prstGeom>
          <a:solidFill>
            <a:srgbClr val="FFFBEB"/>
          </a:solidFill>
          <a:ln w="381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4" name="Shape 142"/>
          <p:cNvSpPr/>
          <p:nvPr/>
        </p:nvSpPr>
        <p:spPr>
          <a:xfrm>
            <a:off x="9646920" y="5440680"/>
            <a:ext cx="50292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5" name="Text 143"/>
          <p:cNvSpPr/>
          <p:nvPr/>
        </p:nvSpPr>
        <p:spPr>
          <a:xfrm>
            <a:off x="10195560" y="54589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Vainqueur</a:t>
            </a:r>
            <a:endParaRPr lang="fr-FR" sz="1100" noProof="0" dirty="0"/>
          </a:p>
        </p:txBody>
      </p:sp>
      <p:sp>
        <p:nvSpPr>
          <p:cNvPr id="146" name="Text 144"/>
          <p:cNvSpPr/>
          <p:nvPr/>
        </p:nvSpPr>
        <p:spPr>
          <a:xfrm>
            <a:off x="10195560" y="5715000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pts</a:t>
            </a:r>
            <a:endParaRPr lang="fr-FR" sz="2200" noProof="0" dirty="0"/>
          </a:p>
        </p:txBody>
      </p:sp>
      <p:sp>
        <p:nvSpPr>
          <p:cNvPr id="147" name="Shape 145"/>
          <p:cNvSpPr/>
          <p:nvPr/>
        </p:nvSpPr>
        <p:spPr>
          <a:xfrm>
            <a:off x="9646920" y="6236208"/>
            <a:ext cx="2313432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8" name="Text 146"/>
          <p:cNvSpPr/>
          <p:nvPr/>
        </p:nvSpPr>
        <p:spPr>
          <a:xfrm>
            <a:off x="9738360" y="62362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 noProof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max : 24 pts  •  +2 pts par élimination</a:t>
            </a:r>
            <a:endParaRPr lang="fr-FR" sz="1000" noProof="0" dirty="0"/>
          </a:p>
        </p:txBody>
      </p:sp>
      <p:sp>
        <p:nvSpPr>
          <p:cNvPr id="149" name="Shape 147"/>
          <p:cNvSpPr/>
          <p:nvPr/>
        </p:nvSpPr>
        <p:spPr>
          <a:xfrm>
            <a:off x="0" y="6656832"/>
            <a:ext cx="202692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0" name="Shape 148"/>
          <p:cNvSpPr/>
          <p:nvPr/>
        </p:nvSpPr>
        <p:spPr>
          <a:xfrm>
            <a:off x="2026920" y="6656832"/>
            <a:ext cx="202692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1" name="Shape 149"/>
          <p:cNvSpPr/>
          <p:nvPr/>
        </p:nvSpPr>
        <p:spPr>
          <a:xfrm>
            <a:off x="4053840" y="6656832"/>
            <a:ext cx="202692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2" name="Shape 150"/>
          <p:cNvSpPr/>
          <p:nvPr/>
        </p:nvSpPr>
        <p:spPr>
          <a:xfrm>
            <a:off x="6080760" y="6656832"/>
            <a:ext cx="202692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3" name="Shape 151"/>
          <p:cNvSpPr/>
          <p:nvPr/>
        </p:nvSpPr>
        <p:spPr>
          <a:xfrm>
            <a:off x="8107680" y="6656832"/>
            <a:ext cx="20269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4" name="Shape 152"/>
          <p:cNvSpPr/>
          <p:nvPr/>
        </p:nvSpPr>
        <p:spPr>
          <a:xfrm>
            <a:off x="10134600" y="6656832"/>
            <a:ext cx="2026920" cy="2011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272</Words>
  <Application>Microsoft Office PowerPoint</Application>
  <PresentationFormat>Grand écran</PresentationFormat>
  <Paragraphs>65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Jeu de 10</dc:title>
  <dc:subject>PptxGenJS Presentation</dc:subject>
  <dc:creator>PptxGenJS</dc:creator>
  <cp:lastModifiedBy>Mouhammad DIALLO</cp:lastModifiedBy>
  <cp:revision>3</cp:revision>
  <dcterms:created xsi:type="dcterms:W3CDTF">2026-03-14T01:54:47Z</dcterms:created>
  <dcterms:modified xsi:type="dcterms:W3CDTF">2026-03-14T02:02:58Z</dcterms:modified>
</cp:coreProperties>
</file>