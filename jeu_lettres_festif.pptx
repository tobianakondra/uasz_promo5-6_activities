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93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524000" cy="6629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524000" y="4480560"/>
            <a:ext cx="1524000" cy="6629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3048000" y="4480560"/>
            <a:ext cx="1524000" cy="6629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0" y="4480560"/>
            <a:ext cx="1524000" cy="6629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6096000" y="4480560"/>
            <a:ext cx="1524000" cy="6629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7620000" y="4480560"/>
            <a:ext cx="1524000" cy="6629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B2FBE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3657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600" b="1" kern="0" spc="8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JEU</a:t>
            </a:r>
            <a:endParaRPr lang="fr-FR" sz="96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09728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858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800" i="1" kern="0" spc="300" noProof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LETTRE - DESIGNATION</a:t>
            </a:r>
            <a:endParaRPr lang="fr-FR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équipes</a:t>
            </a:r>
            <a:endParaRPr lang="fr-F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2359152" y="274320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359152" y="2743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lettres</a:t>
            </a:r>
            <a:endParaRPr lang="fr-FR" sz="1300" noProof="0" dirty="0"/>
          </a:p>
        </p:txBody>
      </p:sp>
      <p:sp>
        <p:nvSpPr>
          <p:cNvPr id="17" name="Shape 15"/>
          <p:cNvSpPr/>
          <p:nvPr/>
        </p:nvSpPr>
        <p:spPr>
          <a:xfrm>
            <a:off x="4261104" y="274320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261104" y="2743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catégories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6163056" y="274320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6163056" y="2743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/ réponse</a:t>
            </a:r>
            <a:endParaRPr lang="fr-FR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reçoit 3 lettres a tour de rôle. Pour chaque lettre, trouvez</a:t>
            </a:r>
            <a:endParaRPr lang="fr-FR" sz="1400" noProof="0" dirty="0"/>
          </a:p>
          <a:p>
            <a:pPr marL="0" indent="0" algn="l">
              <a:buNone/>
            </a:pPr>
            <a:r>
              <a:rPr lang="fr-FR" sz="1400" noProof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valide dans chacune des 5 catégories en 60 secondes !</a:t>
            </a:r>
            <a:endParaRPr lang="fr-F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7132320" y="256032"/>
            <a:ext cx="329184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7534656" y="256032"/>
            <a:ext cx="32918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7936992" y="256032"/>
            <a:ext cx="329184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8339328" y="256032"/>
            <a:ext cx="32918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8741664" y="256032"/>
            <a:ext cx="32918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kern="0" spc="2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REGLES DU JEU</a:t>
            </a:r>
            <a:endParaRPr lang="fr-FR" sz="3200" noProof="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1572768" cy="3291840"/>
          </a:xfrm>
          <a:prstGeom prst="rect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1572768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1572768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74320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fr-F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13898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Equipement</a:t>
            </a:r>
            <a:endParaRPr lang="fr-FR" sz="1400" noProof="0" dirty="0"/>
          </a:p>
          <a:p>
            <a:pPr marL="0" indent="0" algn="ctr">
              <a:buNone/>
            </a:pPr>
            <a:r>
              <a:rPr lang="fr-FR" sz="14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cuisine</a:t>
            </a:r>
            <a:endParaRPr lang="fr-FR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2075688" y="1261872"/>
            <a:ext cx="1572768" cy="3291840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002536" y="1188720"/>
            <a:ext cx="1572768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2002536" y="1188720"/>
            <a:ext cx="157276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2002536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fr-FR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2093976" y="1783080"/>
            <a:ext cx="13898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Capitale</a:t>
            </a:r>
            <a:endParaRPr lang="fr-FR" sz="1400" noProof="0" dirty="0"/>
          </a:p>
          <a:p>
            <a:pPr marL="0" indent="0" algn="ctr">
              <a:buNone/>
            </a:pPr>
            <a:r>
              <a:rPr lang="fr-FR" sz="14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pays</a:t>
            </a:r>
            <a:endParaRPr lang="fr-F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3803904" y="1261872"/>
            <a:ext cx="1572768" cy="3291840"/>
          </a:xfrm>
          <a:prstGeom prst="rect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3730752" y="1188720"/>
            <a:ext cx="1572768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3730752" y="1188720"/>
            <a:ext cx="1572768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730752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fr-FR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3822192" y="1783080"/>
            <a:ext cx="13898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4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 r</a:t>
            </a:r>
            <a:r>
              <a:rPr lang="fr-FR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r>
              <a:rPr lang="fr-FR" sz="1400" b="1" noProof="0" dirty="0" err="1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</a:t>
            </a:r>
            <a:r>
              <a:rPr lang="fr-FR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endParaRPr lang="fr-FR" sz="1400" noProof="0" dirty="0"/>
          </a:p>
          <a:p>
            <a:pPr marL="0" indent="0" algn="ctr">
              <a:buNone/>
            </a:pPr>
            <a:r>
              <a:rPr lang="fr-FR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un langage de </a:t>
            </a:r>
            <a:r>
              <a:rPr lang="fr-FR" sz="14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programmation</a:t>
            </a:r>
            <a:endParaRPr lang="fr-FR" sz="1400" noProof="0" dirty="0"/>
          </a:p>
        </p:txBody>
      </p:sp>
      <p:sp>
        <p:nvSpPr>
          <p:cNvPr id="24" name="Shape 22"/>
          <p:cNvSpPr/>
          <p:nvPr/>
        </p:nvSpPr>
        <p:spPr>
          <a:xfrm>
            <a:off x="5532120" y="1261872"/>
            <a:ext cx="1572768" cy="3291840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5458968" y="1188720"/>
            <a:ext cx="1572768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5458968" y="1188720"/>
            <a:ext cx="1572768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5458968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fr-FR" sz="2200" noProof="0" dirty="0"/>
          </a:p>
        </p:txBody>
      </p:sp>
      <p:sp>
        <p:nvSpPr>
          <p:cNvPr id="28" name="Text 26"/>
          <p:cNvSpPr/>
          <p:nvPr/>
        </p:nvSpPr>
        <p:spPr>
          <a:xfrm>
            <a:off x="5550408" y="1783080"/>
            <a:ext cx="13898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Prénom</a:t>
            </a:r>
            <a:endParaRPr lang="fr-FR" sz="1400" noProof="0" dirty="0"/>
          </a:p>
        </p:txBody>
      </p:sp>
      <p:sp>
        <p:nvSpPr>
          <p:cNvPr id="29" name="Shape 27"/>
          <p:cNvSpPr/>
          <p:nvPr/>
        </p:nvSpPr>
        <p:spPr>
          <a:xfrm>
            <a:off x="7260336" y="1261872"/>
            <a:ext cx="1572768" cy="329184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7187184" y="1188720"/>
            <a:ext cx="1572768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7187184" y="1188720"/>
            <a:ext cx="1572768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7187184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fr-FR" sz="2200" noProof="0" dirty="0"/>
          </a:p>
        </p:txBody>
      </p:sp>
      <p:sp>
        <p:nvSpPr>
          <p:cNvPr id="33" name="Text 31"/>
          <p:cNvSpPr/>
          <p:nvPr/>
        </p:nvSpPr>
        <p:spPr>
          <a:xfrm>
            <a:off x="7278624" y="1783080"/>
            <a:ext cx="13898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</a:t>
            </a:r>
            <a:endParaRPr lang="fr-FR" sz="1400" noProof="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réponse ne commençant pas par la lettre tirée, ou déjà donnée par une autre équipe, sera refusée.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524000" y="0"/>
            <a:ext cx="152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3048000" y="0"/>
            <a:ext cx="152400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1524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152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7620000" y="0"/>
            <a:ext cx="152400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2926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92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1 / 3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"/>
            <a:ext cx="2743200" cy="2743200"/>
          </a:xfrm>
          <a:prstGeom prst="ellipse">
            <a:avLst/>
          </a:prstGeom>
          <a:solidFill>
            <a:srgbClr val="7B2FBE">
              <a:alpha val="12000"/>
            </a:srgbClr>
          </a:solidFill>
          <a:ln w="254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286000" y="45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fr-FR" sz="16000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0" y="320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7406640" y="320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/ REP.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9184" y="2569464"/>
            <a:ext cx="1572768" cy="242316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1572768" cy="2423160"/>
          </a:xfrm>
          <a:prstGeom prst="rect">
            <a:avLst/>
          </a:prstGeom>
          <a:solidFill>
            <a:srgbClr val="FDF2F8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fr-F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Equipement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cuisine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2057400" y="2569464"/>
            <a:ext cx="1572768" cy="242316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002536" y="2514600"/>
            <a:ext cx="1572768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fr-F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2075688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Capitale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pays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3785616" y="2569464"/>
            <a:ext cx="1572768" cy="2423160"/>
          </a:xfrm>
          <a:prstGeom prst="rect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3730752" y="2514600"/>
            <a:ext cx="1572768" cy="2423160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fr-FR" sz="1800" noProof="0" dirty="0"/>
          </a:p>
        </p:txBody>
      </p:sp>
      <p:sp>
        <p:nvSpPr>
          <p:cNvPr id="28" name="Text 26"/>
          <p:cNvSpPr/>
          <p:nvPr/>
        </p:nvSpPr>
        <p:spPr>
          <a:xfrm>
            <a:off x="3803904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 réservé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dirty="0">
                <a:solidFill>
                  <a:srgbClr val="14B8A6"/>
                </a:solidFill>
                <a:latin typeface="Georgia" pitchFamily="34" charset="0"/>
              </a:rPr>
              <a:t>d</a:t>
            </a: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</a:rPr>
              <a:t>’un langage de programmation</a:t>
            </a:r>
            <a:endParaRPr lang="fr-FR" sz="1300" noProof="0" dirty="0"/>
          </a:p>
        </p:txBody>
      </p:sp>
      <p:sp>
        <p:nvSpPr>
          <p:cNvPr id="29" name="Shape 27"/>
          <p:cNvSpPr/>
          <p:nvPr/>
        </p:nvSpPr>
        <p:spPr>
          <a:xfrm>
            <a:off x="5513832" y="2569464"/>
            <a:ext cx="1572768" cy="2423160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5458968" y="2514600"/>
            <a:ext cx="1572768" cy="2423160"/>
          </a:xfrm>
          <a:prstGeom prst="rect">
            <a:avLst/>
          </a:prstGeom>
          <a:solidFill>
            <a:srgbClr val="FAF5FF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fr-FR" sz="1800" noProof="0" dirty="0"/>
          </a:p>
        </p:txBody>
      </p:sp>
      <p:sp>
        <p:nvSpPr>
          <p:cNvPr id="33" name="Text 31"/>
          <p:cNvSpPr/>
          <p:nvPr/>
        </p:nvSpPr>
        <p:spPr>
          <a:xfrm>
            <a:off x="5532120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Prénom</a:t>
            </a:r>
            <a:endParaRPr lang="fr-FR" sz="1300" noProof="0" dirty="0"/>
          </a:p>
        </p:txBody>
      </p:sp>
      <p:sp>
        <p:nvSpPr>
          <p:cNvPr id="34" name="Shape 32"/>
          <p:cNvSpPr/>
          <p:nvPr/>
        </p:nvSpPr>
        <p:spPr>
          <a:xfrm>
            <a:off x="7242048" y="2569464"/>
            <a:ext cx="1572768" cy="24231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7187184" y="2514600"/>
            <a:ext cx="1572768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fr-FR" sz="1800" noProof="0" dirty="0"/>
          </a:p>
        </p:txBody>
      </p:sp>
      <p:sp>
        <p:nvSpPr>
          <p:cNvPr id="38" name="Text 36"/>
          <p:cNvSpPr/>
          <p:nvPr/>
        </p:nvSpPr>
        <p:spPr>
          <a:xfrm>
            <a:off x="7260336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524000" y="0"/>
            <a:ext cx="152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3048000" y="0"/>
            <a:ext cx="152400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1524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152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7620000" y="0"/>
            <a:ext cx="152400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2926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92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2 / 3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"/>
            <a:ext cx="2743200" cy="2743200"/>
          </a:xfrm>
          <a:prstGeom prst="ellipse">
            <a:avLst/>
          </a:prstGeom>
          <a:solidFill>
            <a:srgbClr val="7B2FBE">
              <a:alpha val="12000"/>
            </a:srgbClr>
          </a:solidFill>
          <a:ln w="254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286000" y="45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fr-FR" sz="16000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0" y="320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7406640" y="320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/ REP.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9184" y="2569464"/>
            <a:ext cx="1572768" cy="242316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1572768" cy="2423160"/>
          </a:xfrm>
          <a:prstGeom prst="rect">
            <a:avLst/>
          </a:prstGeom>
          <a:solidFill>
            <a:srgbClr val="FDF2F8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fr-F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Equipement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cuisine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2057400" y="2569464"/>
            <a:ext cx="1572768" cy="242316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002536" y="2514600"/>
            <a:ext cx="1572768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fr-F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2075688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Capitale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pays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3785616" y="2569464"/>
            <a:ext cx="1572768" cy="2423160"/>
          </a:xfrm>
          <a:prstGeom prst="rect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3730752" y="2514600"/>
            <a:ext cx="1572768" cy="2423160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fr-FR" sz="1800" noProof="0" dirty="0"/>
          </a:p>
        </p:txBody>
      </p:sp>
      <p:sp>
        <p:nvSpPr>
          <p:cNvPr id="29" name="Shape 27"/>
          <p:cNvSpPr/>
          <p:nvPr/>
        </p:nvSpPr>
        <p:spPr>
          <a:xfrm>
            <a:off x="5513832" y="2569464"/>
            <a:ext cx="1572768" cy="2423160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5458968" y="2514600"/>
            <a:ext cx="1572768" cy="2423160"/>
          </a:xfrm>
          <a:prstGeom prst="rect">
            <a:avLst/>
          </a:prstGeom>
          <a:solidFill>
            <a:srgbClr val="FAF5FF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fr-FR" sz="1800" noProof="0" dirty="0"/>
          </a:p>
        </p:txBody>
      </p:sp>
      <p:sp>
        <p:nvSpPr>
          <p:cNvPr id="33" name="Text 31"/>
          <p:cNvSpPr/>
          <p:nvPr/>
        </p:nvSpPr>
        <p:spPr>
          <a:xfrm>
            <a:off x="5532120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 err="1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Prenom</a:t>
            </a:r>
            <a:endParaRPr lang="fr-FR" sz="1300" noProof="0" dirty="0"/>
          </a:p>
        </p:txBody>
      </p:sp>
      <p:sp>
        <p:nvSpPr>
          <p:cNvPr id="34" name="Shape 32"/>
          <p:cNvSpPr/>
          <p:nvPr/>
        </p:nvSpPr>
        <p:spPr>
          <a:xfrm>
            <a:off x="7242048" y="2569464"/>
            <a:ext cx="1572768" cy="24231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7187184" y="2514600"/>
            <a:ext cx="1572768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fr-FR" sz="1800" noProof="0" dirty="0"/>
          </a:p>
        </p:txBody>
      </p:sp>
      <p:sp>
        <p:nvSpPr>
          <p:cNvPr id="38" name="Text 36"/>
          <p:cNvSpPr/>
          <p:nvPr/>
        </p:nvSpPr>
        <p:spPr>
          <a:xfrm>
            <a:off x="7260336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</a:t>
            </a:r>
            <a:endParaRPr lang="fr-FR" sz="1300" noProof="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84F21618-F412-C86B-E02E-BE690BB24DBE}"/>
              </a:ext>
            </a:extLst>
          </p:cNvPr>
          <p:cNvSpPr/>
          <p:nvPr/>
        </p:nvSpPr>
        <p:spPr>
          <a:xfrm>
            <a:off x="3803904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 réservé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dirty="0">
                <a:solidFill>
                  <a:srgbClr val="14B8A6"/>
                </a:solidFill>
                <a:latin typeface="Georgia" pitchFamily="34" charset="0"/>
              </a:rPr>
              <a:t>d</a:t>
            </a: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</a:rPr>
              <a:t>’un langage de programmation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524000" y="0"/>
            <a:ext cx="152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3048000" y="0"/>
            <a:ext cx="152400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1524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152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7620000" y="0"/>
            <a:ext cx="152400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2926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92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3 / 3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"/>
            <a:ext cx="2743200" cy="2743200"/>
          </a:xfrm>
          <a:prstGeom prst="ellipse">
            <a:avLst/>
          </a:prstGeom>
          <a:solidFill>
            <a:srgbClr val="7B2FBE">
              <a:alpha val="12000"/>
            </a:srgbClr>
          </a:solidFill>
          <a:ln w="254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286000" y="45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fr-FR" sz="16000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0" y="320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7406640" y="320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/ REP.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9184" y="2569464"/>
            <a:ext cx="1572768" cy="242316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1572768" cy="2423160"/>
          </a:xfrm>
          <a:prstGeom prst="rect">
            <a:avLst/>
          </a:prstGeom>
          <a:solidFill>
            <a:srgbClr val="FDF2F8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fr-F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Equipement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cuisine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2057400" y="2569464"/>
            <a:ext cx="1572768" cy="242316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002536" y="2514600"/>
            <a:ext cx="1572768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002536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fr-F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2075688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Capitale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pays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3785616" y="2569464"/>
            <a:ext cx="1572768" cy="2423160"/>
          </a:xfrm>
          <a:prstGeom prst="rect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3730752" y="2514600"/>
            <a:ext cx="1572768" cy="2423160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730752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fr-FR" sz="1800" noProof="0" dirty="0"/>
          </a:p>
        </p:txBody>
      </p:sp>
      <p:sp>
        <p:nvSpPr>
          <p:cNvPr id="29" name="Shape 27"/>
          <p:cNvSpPr/>
          <p:nvPr/>
        </p:nvSpPr>
        <p:spPr>
          <a:xfrm>
            <a:off x="5513832" y="2569464"/>
            <a:ext cx="1572768" cy="2423160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5458968" y="2514600"/>
            <a:ext cx="1572768" cy="2423160"/>
          </a:xfrm>
          <a:prstGeom prst="rect">
            <a:avLst/>
          </a:prstGeom>
          <a:solidFill>
            <a:srgbClr val="FAF5FF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5458968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fr-FR" sz="1800" noProof="0" dirty="0"/>
          </a:p>
        </p:txBody>
      </p:sp>
      <p:sp>
        <p:nvSpPr>
          <p:cNvPr id="33" name="Text 31"/>
          <p:cNvSpPr/>
          <p:nvPr/>
        </p:nvSpPr>
        <p:spPr>
          <a:xfrm>
            <a:off x="5532120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Prénom</a:t>
            </a:r>
            <a:endParaRPr lang="fr-FR" sz="1300" noProof="0" dirty="0"/>
          </a:p>
        </p:txBody>
      </p:sp>
      <p:sp>
        <p:nvSpPr>
          <p:cNvPr id="34" name="Shape 32"/>
          <p:cNvSpPr/>
          <p:nvPr/>
        </p:nvSpPr>
        <p:spPr>
          <a:xfrm>
            <a:off x="7242048" y="2569464"/>
            <a:ext cx="1572768" cy="24231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7187184" y="2514600"/>
            <a:ext cx="1572768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7187184" y="25146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fr-FR" sz="1800" noProof="0" dirty="0"/>
          </a:p>
        </p:txBody>
      </p:sp>
      <p:sp>
        <p:nvSpPr>
          <p:cNvPr id="38" name="Text 36"/>
          <p:cNvSpPr/>
          <p:nvPr/>
        </p:nvSpPr>
        <p:spPr>
          <a:xfrm>
            <a:off x="7260336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</a:t>
            </a:r>
            <a:endParaRPr lang="fr-FR" sz="1300" noProof="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2579436B-F4D4-11D6-881C-98A5A6F2D149}"/>
              </a:ext>
            </a:extLst>
          </p:cNvPr>
          <p:cNvSpPr/>
          <p:nvPr/>
        </p:nvSpPr>
        <p:spPr>
          <a:xfrm>
            <a:off x="3803904" y="30175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 réservé</a:t>
            </a:r>
            <a:endParaRPr lang="fr-FR" sz="1300" noProof="0" dirty="0"/>
          </a:p>
          <a:p>
            <a:pPr marL="0" indent="0" algn="ctr">
              <a:buNone/>
            </a:pPr>
            <a:r>
              <a:rPr lang="fr-FR" sz="1300" b="1" dirty="0">
                <a:solidFill>
                  <a:srgbClr val="14B8A6"/>
                </a:solidFill>
                <a:latin typeface="Georgia" pitchFamily="34" charset="0"/>
              </a:rPr>
              <a:t>d</a:t>
            </a: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</a:rPr>
              <a:t>’un langage de programmation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524000" y="0"/>
            <a:ext cx="152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3048000" y="0"/>
            <a:ext cx="152400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1524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152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7620000" y="0"/>
            <a:ext cx="152400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400" b="1" kern="0" spc="300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DES SCORES</a:t>
            </a:r>
            <a:endParaRPr lang="fr-FR" sz="3400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max / lettre : </a:t>
            </a:r>
            <a:r>
              <a:rPr lang="fr-FR" sz="1400" b="1" noProof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r>
              <a:rPr lang="fr-FR" sz="14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Score total max : </a:t>
            </a:r>
            <a:r>
              <a:rPr lang="fr-FR" sz="1400" b="1" noProof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pts</a:t>
            </a:r>
            <a:endParaRPr lang="fr-F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210312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2606040" y="1417320"/>
            <a:ext cx="150876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B</a:t>
            </a:r>
            <a:endParaRPr lang="fr-F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4114800" y="1417320"/>
            <a:ext cx="15087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11480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C</a:t>
            </a:r>
            <a:endParaRPr lang="fr-F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5623560" y="1417320"/>
            <a:ext cx="15087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562356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 M</a:t>
            </a:r>
            <a:endParaRPr lang="fr-FR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7132320" y="1417320"/>
            <a:ext cx="132588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7132320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fr-F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502920" y="18745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1</a:t>
            </a:r>
            <a:endParaRPr lang="fr-FR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2606040" y="18745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0" y="18745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2"/>
          <p:cNvSpPr/>
          <p:nvPr/>
        </p:nvSpPr>
        <p:spPr>
          <a:xfrm>
            <a:off x="5623560" y="18745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7132320" y="18745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502920" y="2331720"/>
            <a:ext cx="210312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2</a:t>
            </a:r>
            <a:endParaRPr lang="fr-FR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2606040" y="23317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4114800" y="23317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5623560" y="23317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7132320" y="23317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502920" y="27889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4008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3</a:t>
            </a:r>
            <a:endParaRPr lang="fr-FR" sz="1300" noProof="0" dirty="0"/>
          </a:p>
        </p:txBody>
      </p:sp>
      <p:sp>
        <p:nvSpPr>
          <p:cNvPr id="34" name="Shape 32"/>
          <p:cNvSpPr/>
          <p:nvPr/>
        </p:nvSpPr>
        <p:spPr>
          <a:xfrm>
            <a:off x="2606040" y="27889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4114800" y="27889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5623560" y="27889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/>
          <p:cNvSpPr/>
          <p:nvPr/>
        </p:nvSpPr>
        <p:spPr>
          <a:xfrm>
            <a:off x="7132320" y="27889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502920" y="3246120"/>
            <a:ext cx="210312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64008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4</a:t>
            </a:r>
            <a:endParaRPr lang="fr-FR" sz="1300" noProof="0" dirty="0"/>
          </a:p>
        </p:txBody>
      </p:sp>
      <p:sp>
        <p:nvSpPr>
          <p:cNvPr id="40" name="Shape 38"/>
          <p:cNvSpPr/>
          <p:nvPr/>
        </p:nvSpPr>
        <p:spPr>
          <a:xfrm>
            <a:off x="2606040" y="32461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4114800" y="32461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5623560" y="32461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41"/>
          <p:cNvSpPr/>
          <p:nvPr/>
        </p:nvSpPr>
        <p:spPr>
          <a:xfrm>
            <a:off x="7132320" y="32461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502920" y="37033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64008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5</a:t>
            </a:r>
            <a:endParaRPr lang="fr-FR" sz="1300" noProof="0" dirty="0"/>
          </a:p>
        </p:txBody>
      </p:sp>
      <p:sp>
        <p:nvSpPr>
          <p:cNvPr id="46" name="Shape 44"/>
          <p:cNvSpPr/>
          <p:nvPr/>
        </p:nvSpPr>
        <p:spPr>
          <a:xfrm>
            <a:off x="2606040" y="37033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5"/>
          <p:cNvSpPr/>
          <p:nvPr/>
        </p:nvSpPr>
        <p:spPr>
          <a:xfrm>
            <a:off x="4114800" y="37033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Shape 46"/>
          <p:cNvSpPr/>
          <p:nvPr/>
        </p:nvSpPr>
        <p:spPr>
          <a:xfrm>
            <a:off x="5623560" y="370332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Shape 47"/>
          <p:cNvSpPr/>
          <p:nvPr/>
        </p:nvSpPr>
        <p:spPr>
          <a:xfrm>
            <a:off x="7132320" y="37033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8"/>
          <p:cNvSpPr/>
          <p:nvPr/>
        </p:nvSpPr>
        <p:spPr>
          <a:xfrm>
            <a:off x="502920" y="4160520"/>
            <a:ext cx="210312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64008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6</a:t>
            </a:r>
            <a:endParaRPr lang="fr-FR" sz="1300" noProof="0" dirty="0"/>
          </a:p>
        </p:txBody>
      </p:sp>
      <p:sp>
        <p:nvSpPr>
          <p:cNvPr id="52" name="Shape 50"/>
          <p:cNvSpPr/>
          <p:nvPr/>
        </p:nvSpPr>
        <p:spPr>
          <a:xfrm>
            <a:off x="2606040" y="41605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3" name="Shape 51"/>
          <p:cNvSpPr/>
          <p:nvPr/>
        </p:nvSpPr>
        <p:spPr>
          <a:xfrm>
            <a:off x="4114800" y="41605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Shape 52"/>
          <p:cNvSpPr/>
          <p:nvPr/>
        </p:nvSpPr>
        <p:spPr>
          <a:xfrm>
            <a:off x="5623560" y="4160520"/>
            <a:ext cx="1508760" cy="457200"/>
          </a:xfrm>
          <a:prstGeom prst="rect">
            <a:avLst/>
          </a:prstGeom>
          <a:solidFill>
            <a:srgbClr val="F8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Shape 53"/>
          <p:cNvSpPr/>
          <p:nvPr/>
        </p:nvSpPr>
        <p:spPr>
          <a:xfrm>
            <a:off x="7132320" y="4160520"/>
            <a:ext cx="13258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214</Words>
  <Application>Microsoft Office PowerPoint</Application>
  <PresentationFormat>Affichage à l'écran (16:9)</PresentationFormat>
  <Paragraphs>90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 Lettre-Designation</dc:title>
  <dc:subject>PptxGenJS Presentation</dc:subject>
  <dc:creator>PptxGenJS</dc:creator>
  <cp:lastModifiedBy>Mouhammad DIALLO</cp:lastModifiedBy>
  <cp:revision>3</cp:revision>
  <dcterms:created xsi:type="dcterms:W3CDTF">2026-03-14T01:19:56Z</dcterms:created>
  <dcterms:modified xsi:type="dcterms:W3CDTF">2026-03-14T02:28:27Z</dcterms:modified>
</cp:coreProperties>
</file>